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92" r:id="rId6"/>
  </p:sldMasterIdLst>
  <p:notesMasterIdLst>
    <p:notesMasterId r:id="rId15"/>
  </p:notesMasterIdLst>
  <p:sldIdLst>
    <p:sldId id="2867" r:id="rId7"/>
    <p:sldId id="4588" r:id="rId8"/>
    <p:sldId id="4591" r:id="rId9"/>
    <p:sldId id="4592" r:id="rId10"/>
    <p:sldId id="4593" r:id="rId11"/>
    <p:sldId id="280" r:id="rId12"/>
    <p:sldId id="4594" r:id="rId13"/>
    <p:sldId id="28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032C77C-8A11-4009-8939-739967D1AC0F}">
          <p14:sldIdLst>
            <p14:sldId id="2867"/>
            <p14:sldId id="4588"/>
            <p14:sldId id="4591"/>
            <p14:sldId id="4592"/>
            <p14:sldId id="4593"/>
            <p14:sldId id="280"/>
            <p14:sldId id="4594"/>
            <p14:sldId id="286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811D09-0BCD-D7BF-4540-7317514E4E41}" name="Maggie McCarron" initials="MM" userId="Maggie McCarron" providerId="None"/>
  <p188:author id="{2D9E551D-C724-A902-0C3E-0849126EFFB0}" name="Janna Sawatzky" initials="JS" userId="Janna Sawatzky" providerId="None"/>
  <p188:author id="{6974D137-C09D-D5B0-FB05-635E272CB3F4}" name="Helene Darnet" initials="HD" userId="S::helene.darnet@nutrien.com::705ce186-3256-4250-967c-a004a913a098" providerId="AD"/>
  <p188:author id="{AABED25B-E7C5-C43A-5036-874FE1F61A64}" name="Maggie McCarron" initials="MM" userId="S::maggie.mccarron@nutrien.com::ac654f32-8c22-4dbe-b8cc-66e4f6d0b26a" providerId="AD"/>
  <p188:author id="{09F98EE8-9214-4A4F-3D11-698C549AF140}" name="Helene Darnet" initials="HD" userId="Helene Darnet" providerId="None"/>
  <p188:author id="{CB87F2FD-8428-2B21-73A7-D44377DB20CF}" name="Tessa Shahid" initials="TS" userId="S::tessa.shahid@nutrien.com::47fb0ec8-c4a3-415f-9c11-615f3ef218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iana Simons" initials="DS" lastIdx="3" clrIdx="0">
    <p:extLst>
      <p:ext uri="{19B8F6BF-5375-455C-9EA6-DF929625EA0E}">
        <p15:presenceInfo xmlns:p15="http://schemas.microsoft.com/office/powerpoint/2012/main" userId="Diana Simons" providerId="None"/>
      </p:ext>
    </p:extLst>
  </p:cmAuthor>
  <p:cmAuthor id="2" name="Janna Sawatzky" initials="JS" lastIdx="1" clrIdx="1">
    <p:extLst>
      <p:ext uri="{19B8F6BF-5375-455C-9EA6-DF929625EA0E}">
        <p15:presenceInfo xmlns:p15="http://schemas.microsoft.com/office/powerpoint/2012/main" userId="Janna Sawatzky" providerId="None"/>
      </p:ext>
    </p:extLst>
  </p:cmAuthor>
  <p:cmAuthor id="3" name="Helene Darnet" initials="HD" lastIdx="1" clrIdx="2">
    <p:extLst>
      <p:ext uri="{19B8F6BF-5375-455C-9EA6-DF929625EA0E}">
        <p15:presenceInfo xmlns:p15="http://schemas.microsoft.com/office/powerpoint/2012/main" userId="S::helene.darnet@nutrien.com::705ce186-3256-4250-967c-a004a913a09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CA00"/>
    <a:srgbClr val="72C000"/>
    <a:srgbClr val="58A200"/>
    <a:srgbClr val="FF6600"/>
    <a:srgbClr val="FFD79F"/>
    <a:srgbClr val="D0EAB4"/>
    <a:srgbClr val="D0DFCD"/>
    <a:srgbClr val="FF944D"/>
    <a:srgbClr val="438B00"/>
    <a:srgbClr val="66B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D2443-3596-CFE2-1C09-045F0BD43208}" v="4" dt="2026-06-02T14:14:24.248"/>
    <p1510:client id="{BE1563F2-558A-2B8C-4D66-227D6A911298}" v="341" dt="2026-06-02T14:14:05.2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43"/>
    <p:restoredTop sz="94658"/>
  </p:normalViewPr>
  <p:slideViewPr>
    <p:cSldViewPr snapToGrid="0">
      <p:cViewPr varScale="1">
        <p:scale>
          <a:sx n="120" d="100"/>
          <a:sy n="120"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8DC372-BEF3-4BE2-A258-1DFCC9C9D9D2}" type="datetimeFigureOut">
              <a:rPr lang="en-CA" smtClean="0"/>
              <a:t>2026-07-15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FF9BC-334B-42FC-8B80-C7062E8A2833}" type="slidenum">
              <a:rPr lang="en-CA" smtClean="0"/>
              <a:t>‹#›</a:t>
            </a:fld>
            <a:endParaRPr lang="en-CA"/>
          </a:p>
        </p:txBody>
      </p:sp>
    </p:spTree>
    <p:extLst>
      <p:ext uri="{BB962C8B-B14F-4D97-AF65-F5344CB8AC3E}">
        <p14:creationId xmlns:p14="http://schemas.microsoft.com/office/powerpoint/2010/main" val="1636347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7FF9BC-334B-42FC-8B80-C7062E8A2833}" type="slidenum">
              <a:rPr lang="en-CA" smtClean="0"/>
              <a:t>1</a:t>
            </a:fld>
            <a:endParaRPr lang="en-CA"/>
          </a:p>
        </p:txBody>
      </p:sp>
    </p:spTree>
    <p:extLst>
      <p:ext uri="{BB962C8B-B14F-4D97-AF65-F5344CB8AC3E}">
        <p14:creationId xmlns:p14="http://schemas.microsoft.com/office/powerpoint/2010/main" val="619859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E62C7-9106-1907-2CDB-B38D4D254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E7EF0-73BD-12B5-D719-788253426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7ECE0-377B-EF4D-88E6-5E0630BA34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mn-lt"/>
                <a:ea typeface="+mn-ea"/>
                <a:cs typeface="+mn-cs"/>
              </a:rPr>
              <a:t>Note – this presentation is intended as one of the first interactions between the PM and the team.  It is purposefully written in more informally language to encourage a ‘team workshop’ type approach vs. a</a:t>
            </a:r>
            <a:endParaRPr lang="en-US" dirty="0"/>
          </a:p>
        </p:txBody>
      </p:sp>
    </p:spTree>
    <p:extLst>
      <p:ext uri="{BB962C8B-B14F-4D97-AF65-F5344CB8AC3E}">
        <p14:creationId xmlns:p14="http://schemas.microsoft.com/office/powerpoint/2010/main" val="2645836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8D34-B5FD-FBCC-B8AE-4F45112AE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3C97E-A02C-CEFC-3A6C-DB66FA6AD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0A419-9F5D-1BC3-5CE0-3572B9F8CF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mn-lt"/>
                <a:ea typeface="+mn-ea"/>
                <a:cs typeface="+mn-cs"/>
              </a:rPr>
              <a:t>Note – this presentation is intended as one of the first interactions between the PM and the team.  It is purposefully written in more informally language to encourage a ‘team workshop’ type approach vs. a</a:t>
            </a:r>
            <a:endParaRPr lang="en-US" dirty="0"/>
          </a:p>
        </p:txBody>
      </p:sp>
    </p:spTree>
    <p:extLst>
      <p:ext uri="{BB962C8B-B14F-4D97-AF65-F5344CB8AC3E}">
        <p14:creationId xmlns:p14="http://schemas.microsoft.com/office/powerpoint/2010/main" val="2036325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CFFB-8765-DB69-29A6-A974ADE1C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C8DE9-7E52-F2D1-8F69-F7A027806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26BAB-90CA-96C2-C000-2A4B6505CC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mn-lt"/>
                <a:ea typeface="+mn-ea"/>
                <a:cs typeface="+mn-cs"/>
              </a:rPr>
              <a:t>Note – this presentation is intended as one of the first interactions between the PM and the team.  It is purposefully written in more informally language to encourage a ‘team workshop’ type approach vs. a</a:t>
            </a:r>
            <a:endParaRPr lang="en-US" dirty="0"/>
          </a:p>
        </p:txBody>
      </p:sp>
    </p:spTree>
    <p:extLst>
      <p:ext uri="{BB962C8B-B14F-4D97-AF65-F5344CB8AC3E}">
        <p14:creationId xmlns:p14="http://schemas.microsoft.com/office/powerpoint/2010/main" val="2154165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E0A38-D1BA-830E-2A90-743DFB8E5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CE4C5-02A3-4D13-77AC-3BCB58748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13D10-DCB0-E74E-D97D-DF991F6EE6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mn-lt"/>
                <a:ea typeface="+mn-ea"/>
                <a:cs typeface="+mn-cs"/>
              </a:rPr>
              <a:t>Note – this presentation is intended as one of the first interactions between the PM and the team.  It is purposefully written in more informally language to encourage a ‘team workshop’ type approach vs. a</a:t>
            </a:r>
            <a:endParaRPr lang="en-US" dirty="0"/>
          </a:p>
        </p:txBody>
      </p:sp>
    </p:spTree>
    <p:extLst>
      <p:ext uri="{BB962C8B-B14F-4D97-AF65-F5344CB8AC3E}">
        <p14:creationId xmlns:p14="http://schemas.microsoft.com/office/powerpoint/2010/main" val="9049475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reserve="1" userDrawn="1">
  <p:cSld name="1_Title Slide">
    <p:spTree>
      <p:nvGrpSpPr>
        <p:cNvPr id="1" name="Shape 15"/>
        <p:cNvGrpSpPr/>
        <p:nvPr/>
      </p:nvGrpSpPr>
      <p:grpSpPr>
        <a:xfrm>
          <a:off x="0" y="0"/>
          <a:ext cx="0" cy="0"/>
          <a:chOff x="0" y="0"/>
          <a:chExt cx="0" cy="0"/>
        </a:xfrm>
      </p:grpSpPr>
      <p:pic>
        <p:nvPicPr>
          <p:cNvPr id="16" name="Shape 16"/>
          <p:cNvPicPr preferRelativeResize="0"/>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59" name="Freeform 22">
            <a:extLst>
              <a:ext uri="{FF2B5EF4-FFF2-40B4-BE49-F238E27FC236}">
                <a16:creationId xmlns:a16="http://schemas.microsoft.com/office/drawing/2014/main" id="{896FF7BF-48A7-1340-8FF6-823D5F77C91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alpha val="85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 name="TextBox 1">
            <a:extLst>
              <a:ext uri="{FF2B5EF4-FFF2-40B4-BE49-F238E27FC236}">
                <a16:creationId xmlns:a16="http://schemas.microsoft.com/office/drawing/2014/main" id="{890E2591-9122-2146-B9C2-3AE8B4C9363E}"/>
              </a:ext>
            </a:extLst>
          </p:cNvPr>
          <p:cNvSpPr txBox="1"/>
          <p:nvPr userDrawn="1"/>
        </p:nvSpPr>
        <p:spPr>
          <a:xfrm>
            <a:off x="-53974" y="2663825"/>
            <a:ext cx="184731" cy="369332"/>
          </a:xfrm>
          <a:prstGeom prst="rect">
            <a:avLst/>
          </a:prstGeom>
          <a:noFill/>
        </p:spPr>
        <p:txBody>
          <a:bodyPr wrap="none" rtlCol="0">
            <a:spAutoFit/>
          </a:bodyPr>
          <a:lstStyle/>
          <a:p>
            <a:endParaRPr lang="en-US" sz="1800"/>
          </a:p>
        </p:txBody>
      </p:sp>
      <p:sp>
        <p:nvSpPr>
          <p:cNvPr id="35" name="Title 3">
            <a:extLst>
              <a:ext uri="{FF2B5EF4-FFF2-40B4-BE49-F238E27FC236}">
                <a16:creationId xmlns:a16="http://schemas.microsoft.com/office/drawing/2014/main" id="{78C81397-A722-A342-B0FA-33C2B4AB7CA7}"/>
              </a:ext>
            </a:extLst>
          </p:cNvPr>
          <p:cNvSpPr>
            <a:spLocks noGrp="1"/>
          </p:cNvSpPr>
          <p:nvPr>
            <p:ph type="title" hasCustomPrompt="1"/>
          </p:nvPr>
        </p:nvSpPr>
        <p:spPr>
          <a:xfrm>
            <a:off x="1235875" y="2506937"/>
            <a:ext cx="3998479" cy="1325563"/>
          </a:xfrm>
          <a:prstGeom prst="rect">
            <a:avLst/>
          </a:prstGeom>
        </p:spPr>
        <p:txBody>
          <a:bodyPr lIns="0" tIns="0" rIns="0" bIns="0" anchor="t" anchorCtr="0"/>
          <a:lstStyle>
            <a:lvl1pPr>
              <a:lnSpc>
                <a:spcPct val="80000"/>
              </a:lnSpc>
              <a:defRPr sz="5000" b="1">
                <a:solidFill>
                  <a:schemeClr val="accent4"/>
                </a:solidFill>
              </a:defRPr>
            </a:lvl1pPr>
          </a:lstStyle>
          <a:p>
            <a:r>
              <a:rPr lang="en-US"/>
              <a:t>TITLE TO</a:t>
            </a:r>
            <a:br>
              <a:rPr lang="en-US"/>
            </a:br>
            <a:r>
              <a:rPr lang="en-US"/>
              <a:t>GO HERE</a:t>
            </a:r>
          </a:p>
        </p:txBody>
      </p:sp>
      <p:sp>
        <p:nvSpPr>
          <p:cNvPr id="36" name="Text Placeholder 16">
            <a:extLst>
              <a:ext uri="{FF2B5EF4-FFF2-40B4-BE49-F238E27FC236}">
                <a16:creationId xmlns:a16="http://schemas.microsoft.com/office/drawing/2014/main" id="{77BFEBCC-B32D-A04C-BBE3-74392946911C}"/>
              </a:ext>
            </a:extLst>
          </p:cNvPr>
          <p:cNvSpPr>
            <a:spLocks noGrp="1"/>
          </p:cNvSpPr>
          <p:nvPr>
            <p:ph type="body" sz="quarter" idx="10" hasCustomPrompt="1"/>
          </p:nvPr>
        </p:nvSpPr>
        <p:spPr>
          <a:xfrm>
            <a:off x="7381785" y="2778651"/>
            <a:ext cx="3616627" cy="822325"/>
          </a:xfrm>
          <a:prstGeom prst="rect">
            <a:avLst/>
          </a:prstGeom>
        </p:spPr>
        <p:txBody>
          <a:bodyPr lIns="0" tIns="0" rIns="0" bIns="0"/>
          <a:lstStyle>
            <a:lvl1pPr marL="0" indent="0">
              <a:lnSpc>
                <a:spcPct val="90000"/>
              </a:lnSpc>
              <a:buNone/>
              <a:defRPr sz="1800" b="1">
                <a:solidFill>
                  <a:schemeClr val="accent4"/>
                </a:solidFill>
              </a:defRPr>
            </a:lvl1pPr>
          </a:lstStyle>
          <a:p>
            <a:pPr lvl="0"/>
            <a:r>
              <a:rPr lang="en-US"/>
              <a:t>Subhead to go here</a:t>
            </a:r>
          </a:p>
        </p:txBody>
      </p:sp>
      <p:sp>
        <p:nvSpPr>
          <p:cNvPr id="33" name="Rectangle 32">
            <a:extLst>
              <a:ext uri="{FF2B5EF4-FFF2-40B4-BE49-F238E27FC236}">
                <a16:creationId xmlns:a16="http://schemas.microsoft.com/office/drawing/2014/main" id="{560508CA-F821-B94A-913D-A46E9205C231}"/>
              </a:ext>
            </a:extLst>
          </p:cNvPr>
          <p:cNvSpPr/>
          <p:nvPr userDrawn="1"/>
        </p:nvSpPr>
        <p:spPr>
          <a:xfrm>
            <a:off x="0" y="-637806"/>
            <a:ext cx="323850" cy="323850"/>
          </a:xfrm>
          <a:prstGeom prst="rect">
            <a:avLst/>
          </a:prstGeom>
          <a:solidFill>
            <a:srgbClr val="86D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F3BF8F-14DF-364A-9594-A9DA7EF2DE57}"/>
              </a:ext>
            </a:extLst>
          </p:cNvPr>
          <p:cNvSpPr/>
          <p:nvPr userDrawn="1"/>
        </p:nvSpPr>
        <p:spPr>
          <a:xfrm>
            <a:off x="425450" y="-637806"/>
            <a:ext cx="323850" cy="323850"/>
          </a:xfrm>
          <a:prstGeom prst="rect">
            <a:avLst/>
          </a:prstGeom>
          <a:solidFill>
            <a:srgbClr val="4C9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9E38459-9514-C24F-A7F7-D8C9DDBA6B48}"/>
              </a:ext>
            </a:extLst>
          </p:cNvPr>
          <p:cNvSpPr/>
          <p:nvPr userDrawn="1"/>
        </p:nvSpPr>
        <p:spPr>
          <a:xfrm>
            <a:off x="850900" y="-637806"/>
            <a:ext cx="323850" cy="323850"/>
          </a:xfrm>
          <a:prstGeom prst="rect">
            <a:avLst/>
          </a:prstGeom>
          <a:gradFill>
            <a:gsLst>
              <a:gs pos="0">
                <a:srgbClr val="86D500"/>
              </a:gs>
              <a:gs pos="100000">
                <a:srgbClr val="4C9E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2E11ED1-6291-2346-A06D-DE0C1BBC722B}"/>
              </a:ext>
            </a:extLst>
          </p:cNvPr>
          <p:cNvSpPr/>
          <p:nvPr userDrawn="1"/>
        </p:nvSpPr>
        <p:spPr>
          <a:xfrm>
            <a:off x="1276350" y="-637806"/>
            <a:ext cx="323850" cy="323850"/>
          </a:xfrm>
          <a:prstGeom prst="rect">
            <a:avLst/>
          </a:prstGeom>
          <a:solidFill>
            <a:srgbClr val="B8E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90AB72E-2301-AA42-9B2A-6B24908B6F94}"/>
              </a:ext>
            </a:extLst>
          </p:cNvPr>
          <p:cNvSpPr/>
          <p:nvPr userDrawn="1"/>
        </p:nvSpPr>
        <p:spPr>
          <a:xfrm>
            <a:off x="1701800" y="-637806"/>
            <a:ext cx="323850" cy="323850"/>
          </a:xfrm>
          <a:prstGeom prst="rect">
            <a:avLst/>
          </a:prstGeom>
          <a:solidFill>
            <a:srgbClr val="465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69B93D18-5962-AD4F-8467-FC99FE9C41CD}"/>
              </a:ext>
            </a:extLst>
          </p:cNvPr>
          <p:cNvSpPr/>
          <p:nvPr userDrawn="1"/>
        </p:nvSpPr>
        <p:spPr>
          <a:xfrm>
            <a:off x="2127250" y="-637806"/>
            <a:ext cx="323850" cy="323850"/>
          </a:xfrm>
          <a:prstGeom prst="rect">
            <a:avLst/>
          </a:prstGeom>
          <a:solidFill>
            <a:srgbClr val="E1B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BB5C5BC-3315-3347-8A28-22AF1F7946CD}"/>
              </a:ext>
            </a:extLst>
          </p:cNvPr>
          <p:cNvSpPr/>
          <p:nvPr userDrawn="1"/>
        </p:nvSpPr>
        <p:spPr>
          <a:xfrm>
            <a:off x="2552700" y="-637806"/>
            <a:ext cx="323850" cy="323850"/>
          </a:xfrm>
          <a:prstGeom prst="rect">
            <a:avLst/>
          </a:prstGeom>
          <a:solidFill>
            <a:srgbClr val="482B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B274A6A-0FF5-854D-9291-08249AAAEFEA}"/>
              </a:ext>
            </a:extLst>
          </p:cNvPr>
          <p:cNvSpPr/>
          <p:nvPr userDrawn="1"/>
        </p:nvSpPr>
        <p:spPr>
          <a:xfrm>
            <a:off x="2978150" y="-637806"/>
            <a:ext cx="323850" cy="323850"/>
          </a:xfrm>
          <a:prstGeom prst="rect">
            <a:avLst/>
          </a:prstGeom>
          <a:solidFill>
            <a:srgbClr val="BE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BC9A711-F787-424B-990F-72D2C3C2CADC}"/>
              </a:ext>
            </a:extLst>
          </p:cNvPr>
          <p:cNvSpPr/>
          <p:nvPr userDrawn="1"/>
        </p:nvSpPr>
        <p:spPr>
          <a:xfrm>
            <a:off x="3403600" y="-637806"/>
            <a:ext cx="323850" cy="323850"/>
          </a:xfrm>
          <a:prstGeom prst="rect">
            <a:avLst/>
          </a:prstGeom>
          <a:solidFill>
            <a:srgbClr val="8285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AC0D4D5-ACF1-E147-ABD6-ED1FD6D2B54F}"/>
              </a:ext>
            </a:extLst>
          </p:cNvPr>
          <p:cNvSpPr/>
          <p:nvPr userDrawn="1"/>
        </p:nvSpPr>
        <p:spPr>
          <a:xfrm>
            <a:off x="3829050" y="-637806"/>
            <a:ext cx="323850" cy="323850"/>
          </a:xfrm>
          <a:prstGeom prst="rect">
            <a:avLst/>
          </a:prstGeom>
          <a:solidFill>
            <a:srgbClr val="F1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99344E9-C1B2-9347-9C48-8E2B58C376EF}"/>
              </a:ext>
            </a:extLst>
          </p:cNvPr>
          <p:cNvSpPr/>
          <p:nvPr userDrawn="1"/>
        </p:nvSpPr>
        <p:spPr>
          <a:xfrm>
            <a:off x="4254500" y="-637806"/>
            <a:ext cx="323850" cy="323850"/>
          </a:xfrm>
          <a:prstGeom prst="rect">
            <a:avLst/>
          </a:prstGeom>
          <a:solidFill>
            <a:srgbClr val="DCD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1CD3463A-C1FF-4D5C-9BEC-506D93F5F418}"/>
              </a:ext>
            </a:extLst>
          </p:cNvPr>
          <p:cNvGrpSpPr/>
          <p:nvPr userDrawn="1"/>
        </p:nvGrpSpPr>
        <p:grpSpPr>
          <a:xfrm>
            <a:off x="11024221" y="377346"/>
            <a:ext cx="810109" cy="182435"/>
            <a:chOff x="12170218" y="900113"/>
            <a:chExt cx="2192338" cy="493712"/>
          </a:xfrm>
        </p:grpSpPr>
        <p:sp>
          <p:nvSpPr>
            <p:cNvPr id="57" name="Freeform 13">
              <a:extLst>
                <a:ext uri="{FF2B5EF4-FFF2-40B4-BE49-F238E27FC236}">
                  <a16:creationId xmlns:a16="http://schemas.microsoft.com/office/drawing/2014/main" id="{A5A6ECB9-3F22-4AA6-BEA1-1434700F571D}"/>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58" name="Freeform 14">
              <a:extLst>
                <a:ext uri="{FF2B5EF4-FFF2-40B4-BE49-F238E27FC236}">
                  <a16:creationId xmlns:a16="http://schemas.microsoft.com/office/drawing/2014/main" id="{FA42BE0C-C781-47A1-915C-DC163FA201D3}"/>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0" name="Freeform 15">
              <a:extLst>
                <a:ext uri="{FF2B5EF4-FFF2-40B4-BE49-F238E27FC236}">
                  <a16:creationId xmlns:a16="http://schemas.microsoft.com/office/drawing/2014/main" id="{0AFE0886-9FCD-4FBB-AF99-27E319C4150D}"/>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1" name="Freeform 16">
              <a:extLst>
                <a:ext uri="{FF2B5EF4-FFF2-40B4-BE49-F238E27FC236}">
                  <a16:creationId xmlns:a16="http://schemas.microsoft.com/office/drawing/2014/main" id="{216825C1-5B91-4DC7-A9A9-5FC4385E86EA}"/>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2" name="Freeform 17">
              <a:extLst>
                <a:ext uri="{FF2B5EF4-FFF2-40B4-BE49-F238E27FC236}">
                  <a16:creationId xmlns:a16="http://schemas.microsoft.com/office/drawing/2014/main" id="{2F2523D8-A4B4-4A16-97D0-31BE656333E6}"/>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3" name="Freeform 18">
              <a:extLst>
                <a:ext uri="{FF2B5EF4-FFF2-40B4-BE49-F238E27FC236}">
                  <a16:creationId xmlns:a16="http://schemas.microsoft.com/office/drawing/2014/main" id="{D259088C-E882-4092-880E-F07CE289BEF6}"/>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4" name="Freeform 19">
              <a:extLst>
                <a:ext uri="{FF2B5EF4-FFF2-40B4-BE49-F238E27FC236}">
                  <a16:creationId xmlns:a16="http://schemas.microsoft.com/office/drawing/2014/main" id="{CCB85911-7F19-4344-AFC5-6915FA7F7FBC}"/>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5" name="Freeform 20">
              <a:extLst>
                <a:ext uri="{FF2B5EF4-FFF2-40B4-BE49-F238E27FC236}">
                  <a16:creationId xmlns:a16="http://schemas.microsoft.com/office/drawing/2014/main" id="{F71BBFE4-36FE-4BBB-9778-34D0AFE229F6}"/>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66" name="Freeform 22">
              <a:extLst>
                <a:ext uri="{FF2B5EF4-FFF2-40B4-BE49-F238E27FC236}">
                  <a16:creationId xmlns:a16="http://schemas.microsoft.com/office/drawing/2014/main" id="{3739C2FF-C71A-4ABA-97FF-65E85FADB81D}"/>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2134694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reaker">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alpha val="85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28CDEBEF-126F-48D8-885E-704776F5E200}"/>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C80C7AF1-D5B0-427F-B80E-FE0F10CD5D88}"/>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F4884E23-BB94-439C-93BD-0183C0BFC0B8}"/>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43A2B5C2-2242-48E2-9697-B3156B215667}"/>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F2C4C272-01B5-4F38-A094-E1C5F7295DFE}"/>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60FAF61F-7C11-4CE3-AF9A-363595F0DF39}"/>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F27EA9DE-37C3-4F49-B97F-F9655590C83B}"/>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7DA9BD5E-00BF-4E77-B67C-08EC067F0B67}"/>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C0EFABD5-5E01-4F0B-9363-2BD9EA0414E4}"/>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4026E191-F4FD-4A9C-8966-096812A1FE5B}"/>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97933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falfa">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17652590-5893-42C4-9B98-C72E23CD9818}"/>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DF53A50F-9F85-4886-9891-B9EC551D8C76}"/>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815ED1B3-AE5D-4E20-A03F-F5F2724A3F0C}"/>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45EBB0C4-EA12-4879-96E8-220811F17F69}"/>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302F5F8B-D7C2-4EEF-A4E8-472192A516C0}"/>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5B5F5B82-EF22-4E32-8417-0E0B9C75AA2A}"/>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19B3E6DA-174E-4DE3-BCF9-AFA6B6EC125C}"/>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4F27E62D-D231-44E5-8B46-1663382B6913}"/>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67E42D7E-B011-4A02-9096-08C7C889E3FC}"/>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61C1A499-419A-4347-A7E0-8528D7AE3148}"/>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334075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monds">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306C8B14-7BE1-4073-86AC-8E5903A14234}"/>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0DF43CC5-DDED-407A-A89C-19268E9050CF}"/>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E3F37BBF-19FA-47AD-8730-933D4FF19830}"/>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E8554D26-FF10-442F-BD00-5B1A85F598D8}"/>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1D2360EC-8D2B-4C71-9B39-0F444580B1B2}"/>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1826646D-1F39-42C3-A58E-9191B410D374}"/>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415491E4-6EFB-4C20-BE2E-A8F012ED5489}"/>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059C7DD6-C454-4B6A-BB67-B6E0ADECB3D4}"/>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ABF1DA23-DA91-457A-890F-49457C0E267A}"/>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B13CAB10-96F9-4480-AEF5-D1F14CA4CBEF}"/>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3680504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nola">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99FF1A74-7D22-4022-B871-7BD627FC1734}"/>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DDD6F1FE-9BE8-4F2C-8B67-39D161925F5F}"/>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43EB0BEF-02AE-4722-85C4-621A1065768A}"/>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1E6B477B-40E6-4B14-9FF2-C03047F0C2ED}"/>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B64FF641-5D3F-49A9-981B-E30035A66948}"/>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C1C2C2F1-27F2-46AA-BF27-E7DA9E3467E5}"/>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1A692CC7-922C-4B91-90ED-101D43CEC9C4}"/>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FFCDA894-E178-4E37-8658-49973FA2693B}"/>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381FCC99-990F-44F7-825F-61749988AF69}"/>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6374CE3A-2094-4DB5-AFDE-9B8F25E3BB17}"/>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175877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rn">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1BE34A9C-0EFE-4075-AD73-4D52C1C57EF2}"/>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B2176502-2900-4EE5-BA0D-520C0B8128EE}"/>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A1561C08-DD80-4F43-A697-60C9A3836225}"/>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04938C4F-F2C9-4193-AABA-C6DD036ACF83}"/>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01945BB8-3243-4770-9661-C7162E2AC94D}"/>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27335337-E8C4-4A6A-80D6-7F4709DAD7E8}"/>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87FE0C5A-4F47-4B04-92AA-0ADCECE4229F}"/>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10D17CD5-5374-46D4-A475-D3A681A6E8C2}"/>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DCBB2251-9F70-435B-9319-CD72BE080300}"/>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B2AB14B8-4AFA-49C1-8E5E-A16A1CC4A8C3}"/>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179368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tton">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nvGrpSpPr>
          <p:cNvPr id="6" name="Group 5">
            <a:extLst>
              <a:ext uri="{FF2B5EF4-FFF2-40B4-BE49-F238E27FC236}">
                <a16:creationId xmlns:a16="http://schemas.microsoft.com/office/drawing/2014/main" id="{165343B6-5F59-E74F-881B-0DE937934B12}"/>
              </a:ext>
            </a:extLst>
          </p:cNvPr>
          <p:cNvGrpSpPr/>
          <p:nvPr userDrawn="1"/>
        </p:nvGrpSpPr>
        <p:grpSpPr>
          <a:xfrm>
            <a:off x="11024221" y="377346"/>
            <a:ext cx="810109" cy="182435"/>
            <a:chOff x="12170218" y="900113"/>
            <a:chExt cx="2192338" cy="493712"/>
          </a:xfrm>
        </p:grpSpPr>
        <p:sp>
          <p:nvSpPr>
            <p:cNvPr id="19" name="Freeform 13">
              <a:extLst>
                <a:ext uri="{FF2B5EF4-FFF2-40B4-BE49-F238E27FC236}">
                  <a16:creationId xmlns:a16="http://schemas.microsoft.com/office/drawing/2014/main" id="{12EE4313-0267-5545-8810-67ED2ABEEC6D}"/>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0" name="Freeform 14">
              <a:extLst>
                <a:ext uri="{FF2B5EF4-FFF2-40B4-BE49-F238E27FC236}">
                  <a16:creationId xmlns:a16="http://schemas.microsoft.com/office/drawing/2014/main" id="{40E29209-5B53-BE4B-87DE-D40EC54CB166}"/>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1" name="Freeform 15">
              <a:extLst>
                <a:ext uri="{FF2B5EF4-FFF2-40B4-BE49-F238E27FC236}">
                  <a16:creationId xmlns:a16="http://schemas.microsoft.com/office/drawing/2014/main" id="{E54665D0-8D68-0F4A-8D35-F73D5B3DA557}"/>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2" name="Freeform 16">
              <a:extLst>
                <a:ext uri="{FF2B5EF4-FFF2-40B4-BE49-F238E27FC236}">
                  <a16:creationId xmlns:a16="http://schemas.microsoft.com/office/drawing/2014/main" id="{40D32CD5-FFB3-0247-90AD-7EDA5629B58E}"/>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3" name="Freeform 17">
              <a:extLst>
                <a:ext uri="{FF2B5EF4-FFF2-40B4-BE49-F238E27FC236}">
                  <a16:creationId xmlns:a16="http://schemas.microsoft.com/office/drawing/2014/main" id="{180882CD-C98E-D542-8936-F7BE032F11E5}"/>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4" name="Freeform 18">
              <a:extLst>
                <a:ext uri="{FF2B5EF4-FFF2-40B4-BE49-F238E27FC236}">
                  <a16:creationId xmlns:a16="http://schemas.microsoft.com/office/drawing/2014/main" id="{E88D7025-92E3-CF44-AD48-50008B4660E8}"/>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5" name="Freeform 19">
              <a:extLst>
                <a:ext uri="{FF2B5EF4-FFF2-40B4-BE49-F238E27FC236}">
                  <a16:creationId xmlns:a16="http://schemas.microsoft.com/office/drawing/2014/main" id="{0EFFD4C4-3A37-204A-97D6-BA947679313D}"/>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6" name="Freeform 20">
              <a:extLst>
                <a:ext uri="{FF2B5EF4-FFF2-40B4-BE49-F238E27FC236}">
                  <a16:creationId xmlns:a16="http://schemas.microsoft.com/office/drawing/2014/main" id="{00552E65-B277-3D48-A2C2-D0C422F74886}"/>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28" name="Freeform 22">
              <a:extLst>
                <a:ext uri="{FF2B5EF4-FFF2-40B4-BE49-F238E27FC236}">
                  <a16:creationId xmlns:a16="http://schemas.microsoft.com/office/drawing/2014/main" id="{A6422F9E-DA99-3E49-9C2C-3C18F8E9FF68}"/>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spTree>
    <p:extLst>
      <p:ext uri="{BB962C8B-B14F-4D97-AF65-F5344CB8AC3E}">
        <p14:creationId xmlns:p14="http://schemas.microsoft.com/office/powerpoint/2010/main" val="219330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azelnut">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3B94D7DB-4A59-4E86-B623-6C24AF734D62}"/>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CF40D1F3-4499-43C4-B2E6-6116EF77EAEF}"/>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2542AE4A-4B0E-437F-88C1-456EDE131819}"/>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75DD9C52-F40F-48A6-950D-008FDDB47D91}"/>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EC549580-F914-4329-879F-3CF380AA8523}"/>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D82F7A44-AD10-4ED8-A643-BEC99E3D2D57}"/>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096E0413-E7F3-4C1B-ADDD-C4BDCB9DA2DE}"/>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36BF05F6-B6B0-4158-ADCD-B98F2562CC51}"/>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32C8D95D-03BB-4D05-B6B0-8848261EAF65}"/>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11C803BF-0352-4582-87C5-A2676AC0D8FB}"/>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367593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ttuce">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C27E8DBE-44E5-4380-9F40-C43C15E1FC31}"/>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9769A9EC-9888-4DA3-B538-5C775A56BC28}"/>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5ECFF4B8-8B8E-4824-A05B-48FA7438E2AF}"/>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DDEFC1E2-770E-433A-95B7-54F7AAA43135}"/>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87C447D7-74ED-4CA3-A44F-932DE8C319EC}"/>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47522350-1D3A-4565-8C7C-7949B27505F8}"/>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BBCAF9CA-372E-4F97-84E1-0B91C426B245}"/>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7E6EC143-12B7-4103-B0F8-6474B3CC6D59}"/>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8E8DF3FF-9DDC-4B0D-94BC-08FD3C808AD0}"/>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E40B194F-EA7F-411E-A6FE-6F5D76A82656}"/>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2094584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otato">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73B8605A-D6DB-40F7-A738-F4480C04E3F5}"/>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534E090B-7BB8-4194-A2D1-C75DBB2AB471}"/>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3A916ACD-8853-4EB0-A181-26CA5B73A500}"/>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2FD426D9-6A36-46BD-96CA-52624AA78E65}"/>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7CDC48E1-0FFD-4364-8AC1-18784E3BE4CD}"/>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7B235BE9-1CB3-459A-9511-34A6C68502E4}"/>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A65F78EC-5DD5-4AFB-B647-421983D98A4D}"/>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D5E20926-C1B8-408D-89E1-51D61C87168D}"/>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D7D9B011-BD14-4DA9-8B2B-68841B2392B7}"/>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31A39FAF-FE36-4970-91DA-DC9B8A9C6140}"/>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406404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oybean">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1FC20BA3-477B-4C43-80DD-373333D75912}"/>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97BF043D-8453-4C93-9039-B9D6E9EAEE8A}"/>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0D29481B-C628-4E0F-B911-E4F626AE7EE7}"/>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68AA0DF3-EEB7-400B-BCE4-495B6AEA7562}"/>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4049F133-EEBE-4990-A50C-D3E718989C2A}"/>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09ED6F03-896D-4CF9-9A67-15B1C52D7622}"/>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AA83B90C-8EFB-44BF-BB34-86A1B5075FB3}"/>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8EA318BE-064B-4984-8A32-5A965D653F9B}"/>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360A1B60-6FD4-4537-A723-6EE9F1C4C498}"/>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208719F5-C34F-4A39-BFA6-BC42E4C24E97}"/>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101155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heat">
    <p:spTree>
      <p:nvGrpSpPr>
        <p:cNvPr id="1" name=""/>
        <p:cNvGrpSpPr/>
        <p:nvPr/>
      </p:nvGrpSpPr>
      <p:grpSpPr>
        <a:xfrm>
          <a:off x="0" y="0"/>
          <a:ext cx="0" cy="0"/>
          <a:chOff x="0" y="0"/>
          <a:chExt cx="0" cy="0"/>
        </a:xfrm>
      </p:grpSpPr>
      <p:sp>
        <p:nvSpPr>
          <p:cNvPr id="4" name="Freeform 22">
            <a:extLst>
              <a:ext uri="{FF2B5EF4-FFF2-40B4-BE49-F238E27FC236}">
                <a16:creationId xmlns:a16="http://schemas.microsoft.com/office/drawing/2014/main" id="{21906846-662A-C740-83EB-F67FF8683670}"/>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Title 3">
            <a:extLst>
              <a:ext uri="{FF2B5EF4-FFF2-40B4-BE49-F238E27FC236}">
                <a16:creationId xmlns:a16="http://schemas.microsoft.com/office/drawing/2014/main" id="{829EC918-11F5-A044-9BE1-E538ECA88CDB}"/>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sp>
        <p:nvSpPr>
          <p:cNvPr id="33" name="Text Placeholder 32">
            <a:extLst>
              <a:ext uri="{FF2B5EF4-FFF2-40B4-BE49-F238E27FC236}">
                <a16:creationId xmlns:a16="http://schemas.microsoft.com/office/drawing/2014/main" id="{EC0C3706-B39F-594D-903F-DBD9ACFBAD23}"/>
              </a:ext>
            </a:extLst>
          </p:cNvPr>
          <p:cNvSpPr>
            <a:spLocks noGrp="1"/>
          </p:cNvSpPr>
          <p:nvPr>
            <p:ph type="body" sz="quarter" idx="10" hasCustomPrompt="1"/>
          </p:nvPr>
        </p:nvSpPr>
        <p:spPr>
          <a:xfrm>
            <a:off x="7546977" y="2971802"/>
            <a:ext cx="3590463" cy="1920875"/>
          </a:xfrm>
          <a:prstGeom prst="rect">
            <a:avLst/>
          </a:prstGeom>
        </p:spPr>
        <p:txBody>
          <a:bodyPr lIns="0" tIns="0" rIns="0" bIns="0"/>
          <a:lstStyle>
            <a:lvl1pPr marL="0" indent="0">
              <a:lnSpc>
                <a:spcPct val="150000"/>
              </a:lnSpc>
              <a:spcBef>
                <a:spcPts val="0"/>
              </a:spcBef>
              <a:buNone/>
              <a:tabLst/>
              <a:defRPr sz="1200"/>
            </a:lvl1pPr>
            <a:lvl2pPr marL="4763" indent="0">
              <a:buNone/>
              <a:tabLst/>
              <a:defRPr sz="1200"/>
            </a:lvl2pPr>
            <a:lvl3pPr marL="4763" indent="0">
              <a:buNone/>
              <a:tabLst/>
              <a:defRPr sz="1200"/>
            </a:lvl3pPr>
            <a:lvl4pPr marL="4763" indent="0">
              <a:buNone/>
              <a:tabLst/>
              <a:defRPr sz="1200"/>
            </a:lvl4pPr>
            <a:lvl5pPr marL="4763" indent="0">
              <a:buNone/>
              <a:tabLst/>
              <a:defRPr sz="1200"/>
            </a:lvl5pPr>
          </a:lstStyle>
          <a:p>
            <a:pPr lvl="0"/>
            <a:r>
              <a:rPr lang="en-US"/>
              <a:t>Breaker Slide Que re </a:t>
            </a:r>
            <a:r>
              <a:rPr lang="en-US" err="1"/>
              <a:t>optatem</a:t>
            </a:r>
            <a:r>
              <a:rPr lang="en-US"/>
              <a:t> </a:t>
            </a:r>
            <a:r>
              <a:rPr lang="en-US" err="1"/>
              <a:t>aut</a:t>
            </a:r>
            <a:r>
              <a:rPr lang="en-US"/>
              <a:t> que </a:t>
            </a:r>
            <a:r>
              <a:rPr lang="en-US" err="1"/>
              <a:t>rae</a:t>
            </a:r>
            <a:r>
              <a:rPr lang="en-US"/>
              <a:t> </a:t>
            </a:r>
            <a:r>
              <a:rPr lang="en-US" err="1"/>
              <a:t>maionse</a:t>
            </a:r>
            <a:r>
              <a:rPr lang="en-US"/>
              <a:t> </a:t>
            </a:r>
            <a:r>
              <a:rPr lang="en-US" err="1"/>
              <a:t>sa</a:t>
            </a:r>
            <a:r>
              <a:rPr lang="en-US"/>
              <a:t> </a:t>
            </a:r>
            <a:r>
              <a:rPr lang="en-US" err="1"/>
              <a:t>conseque</a:t>
            </a:r>
            <a:r>
              <a:rPr lang="en-US"/>
              <a:t> </a:t>
            </a:r>
            <a:r>
              <a:rPr lang="en-US" err="1"/>
              <a:t>rectibu</a:t>
            </a:r>
            <a:r>
              <a:rPr lang="en-US"/>
              <a:t> </a:t>
            </a:r>
            <a:r>
              <a:rPr lang="en-US" err="1"/>
              <a:t>scipsamende</a:t>
            </a:r>
            <a:r>
              <a:rPr lang="en-US"/>
              <a:t> </a:t>
            </a:r>
            <a:r>
              <a:rPr lang="en-US" err="1"/>
              <a:t>occae</a:t>
            </a:r>
            <a:r>
              <a:rPr lang="en-US"/>
              <a:t> con </a:t>
            </a:r>
            <a:r>
              <a:rPr lang="en-US" err="1"/>
              <a:t>niet</a:t>
            </a:r>
            <a:r>
              <a:rPr lang="en-US"/>
              <a:t> </a:t>
            </a:r>
            <a:r>
              <a:rPr lang="en-US" err="1"/>
              <a:t>omnst</a:t>
            </a:r>
            <a:r>
              <a:rPr lang="en-US"/>
              <a:t> </a:t>
            </a:r>
            <a:r>
              <a:rPr lang="en-US" err="1"/>
              <a:t>quias</a:t>
            </a:r>
            <a:r>
              <a:rPr lang="en-US"/>
              <a:t> </a:t>
            </a:r>
            <a:r>
              <a:rPr lang="en-US" err="1"/>
              <a:t>acere</a:t>
            </a:r>
            <a:r>
              <a:rPr lang="en-US"/>
              <a:t>, </a:t>
            </a:r>
            <a:r>
              <a:rPr lang="en-US" err="1"/>
              <a:t>intut</a:t>
            </a:r>
            <a:r>
              <a:rPr lang="en-US"/>
              <a:t> </a:t>
            </a:r>
            <a:r>
              <a:rPr lang="en-US" err="1"/>
              <a:t>atempor</a:t>
            </a:r>
            <a:r>
              <a:rPr lang="en-US"/>
              <a:t> </a:t>
            </a:r>
            <a:r>
              <a:rPr lang="en-US" err="1"/>
              <a:t>ehenduciam</a:t>
            </a:r>
            <a:r>
              <a:rPr lang="en-US"/>
              <a:t> </a:t>
            </a:r>
            <a:r>
              <a:rPr lang="en-US" err="1"/>
              <a:t>ipsunt</a:t>
            </a:r>
            <a:r>
              <a:rPr lang="en-US"/>
              <a:t> </a:t>
            </a:r>
            <a:r>
              <a:rPr lang="en-US" err="1"/>
              <a:t>offictem</a:t>
            </a:r>
            <a:r>
              <a:rPr lang="en-US"/>
              <a:t> </a:t>
            </a:r>
            <a:r>
              <a:rPr lang="en-US" err="1"/>
              <a:t>doluptatent</a:t>
            </a:r>
            <a:r>
              <a:rPr lang="en-US"/>
              <a:t>, </a:t>
            </a:r>
            <a:r>
              <a:rPr lang="en-US" err="1"/>
              <a:t>corro</a:t>
            </a:r>
            <a:r>
              <a:rPr lang="en-US"/>
              <a:t> quam faces </a:t>
            </a:r>
            <a:r>
              <a:rPr lang="en-US" err="1"/>
              <a:t>millaccuptat</a:t>
            </a:r>
            <a:r>
              <a:rPr lang="en-US"/>
              <a:t> </a:t>
            </a:r>
            <a:r>
              <a:rPr lang="en-US" err="1"/>
              <a:t>omni</a:t>
            </a:r>
            <a:r>
              <a:rPr lang="en-US"/>
              <a:t> </a:t>
            </a:r>
            <a:r>
              <a:rPr lang="en-US" err="1"/>
              <a:t>omniet</a:t>
            </a:r>
            <a:endParaRPr lang="en-US"/>
          </a:p>
        </p:txBody>
      </p:sp>
      <p:grpSp>
        <p:nvGrpSpPr>
          <p:cNvPr id="30" name="Group 29">
            <a:extLst>
              <a:ext uri="{FF2B5EF4-FFF2-40B4-BE49-F238E27FC236}">
                <a16:creationId xmlns:a16="http://schemas.microsoft.com/office/drawing/2014/main" id="{89B2BCCB-86C8-4A78-B853-BE3FEC7F3703}"/>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DE3B6323-A05D-4777-8F33-830721E82B9C}"/>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FCC154D6-DCC9-40C4-8EDD-C32DBFCC7FA8}"/>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AFC9035A-CEAE-4879-9B70-B95C6B1237D5}"/>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58D4CF15-634B-4675-9701-CFB3A812C25B}"/>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9BF2BAE4-1D22-4DC5-B702-7FB459E29E83}"/>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4692EC58-BE07-4A5A-BDE2-D7BAC69D438C}"/>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D274D642-5B15-472E-A613-768759D3ACE4}"/>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875B1CCB-CA84-49EB-920A-5A44946A778E}"/>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6F5920BB-8462-488A-8614-67749B9367A7}"/>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3415468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reaker - Wheat">
    <p:spTree>
      <p:nvGrpSpPr>
        <p:cNvPr id="1" name=""/>
        <p:cNvGrpSpPr/>
        <p:nvPr/>
      </p:nvGrpSpPr>
      <p:grpSpPr>
        <a:xfrm>
          <a:off x="0" y="0"/>
          <a:ext cx="0" cy="0"/>
          <a:chOff x="0" y="0"/>
          <a:chExt cx="0" cy="0"/>
        </a:xfrm>
      </p:grpSpPr>
      <p:pic>
        <p:nvPicPr>
          <p:cNvPr id="3" name="Shape 16">
            <a:extLst>
              <a:ext uri="{FF2B5EF4-FFF2-40B4-BE49-F238E27FC236}">
                <a16:creationId xmlns:a16="http://schemas.microsoft.com/office/drawing/2014/main" id="{98F8D333-6530-2442-90FC-F988C75BF5A2}"/>
              </a:ext>
            </a:extLst>
          </p:cNvPr>
          <p:cNvPicPr preferRelativeResize="0"/>
          <p:nvPr userDrawn="1"/>
        </p:nvPicPr>
        <p:blipFill>
          <a:blip r:embed="rId2" cstate="email">
            <a:alphaModFix amt="60000"/>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31" name="Title 3">
            <a:extLst>
              <a:ext uri="{FF2B5EF4-FFF2-40B4-BE49-F238E27FC236}">
                <a16:creationId xmlns:a16="http://schemas.microsoft.com/office/drawing/2014/main" id="{95D88D92-A34C-BE49-AF88-F49DE44FFB72}"/>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grpSp>
        <p:nvGrpSpPr>
          <p:cNvPr id="32" name="Group 31">
            <a:extLst>
              <a:ext uri="{FF2B5EF4-FFF2-40B4-BE49-F238E27FC236}">
                <a16:creationId xmlns:a16="http://schemas.microsoft.com/office/drawing/2014/main" id="{8C5C1BF2-C383-6D46-94C8-2098CB141CE8}"/>
              </a:ext>
            </a:extLst>
          </p:cNvPr>
          <p:cNvGrpSpPr/>
          <p:nvPr userDrawn="1"/>
        </p:nvGrpSpPr>
        <p:grpSpPr>
          <a:xfrm>
            <a:off x="5029696" y="-1"/>
            <a:ext cx="7082140" cy="6986428"/>
            <a:chOff x="3850815" y="2190815"/>
            <a:chExt cx="992921" cy="979502"/>
          </a:xfrm>
        </p:grpSpPr>
        <p:sp>
          <p:nvSpPr>
            <p:cNvPr id="33" name="Freeform 13">
              <a:extLst>
                <a:ext uri="{FF2B5EF4-FFF2-40B4-BE49-F238E27FC236}">
                  <a16:creationId xmlns:a16="http://schemas.microsoft.com/office/drawing/2014/main" id="{1EAE9F8C-2ABB-4849-93C1-6F0B29A80A84}"/>
                </a:ext>
              </a:extLst>
            </p:cNvPr>
            <p:cNvSpPr>
              <a:spLocks noChangeArrowheads="1"/>
            </p:cNvSpPr>
            <p:nvPr/>
          </p:nvSpPr>
          <p:spPr bwMode="auto">
            <a:xfrm>
              <a:off x="4501581" y="2190815"/>
              <a:ext cx="342155" cy="942602"/>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noFill/>
            <a:ln w="9525" cap="flat">
              <a:solidFill>
                <a:schemeClr val="accent6">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4">
              <a:extLst>
                <a:ext uri="{FF2B5EF4-FFF2-40B4-BE49-F238E27FC236}">
                  <a16:creationId xmlns:a16="http://schemas.microsoft.com/office/drawing/2014/main" id="{C7961AF1-5C5D-6E46-8F36-F884860737B4}"/>
                </a:ext>
              </a:extLst>
            </p:cNvPr>
            <p:cNvSpPr>
              <a:spLocks noChangeArrowheads="1"/>
            </p:cNvSpPr>
            <p:nvPr/>
          </p:nvSpPr>
          <p:spPr bwMode="auto">
            <a:xfrm>
              <a:off x="3854171" y="2630249"/>
              <a:ext cx="271710" cy="523296"/>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noFill/>
            <a:ln w="9525" cap="flat">
              <a:solidFill>
                <a:schemeClr val="accent6">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22">
              <a:extLst>
                <a:ext uri="{FF2B5EF4-FFF2-40B4-BE49-F238E27FC236}">
                  <a16:creationId xmlns:a16="http://schemas.microsoft.com/office/drawing/2014/main" id="{F32C507F-F17B-7F45-9887-F0A8943411DC}"/>
                </a:ext>
              </a:extLst>
            </p:cNvPr>
            <p:cNvSpPr>
              <a:spLocks noChangeArrowheads="1"/>
            </p:cNvSpPr>
            <p:nvPr/>
          </p:nvSpPr>
          <p:spPr bwMode="auto">
            <a:xfrm>
              <a:off x="3850815" y="2190815"/>
              <a:ext cx="771526" cy="97950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noFill/>
            <a:ln w="9525" cap="flat">
              <a:solidFill>
                <a:schemeClr val="accent6">
                  <a:alpha val="30000"/>
                </a:schemeClr>
              </a:solidFill>
              <a:bevel/>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grpSp>
        <p:nvGrpSpPr>
          <p:cNvPr id="36" name="Group 35">
            <a:extLst>
              <a:ext uri="{FF2B5EF4-FFF2-40B4-BE49-F238E27FC236}">
                <a16:creationId xmlns:a16="http://schemas.microsoft.com/office/drawing/2014/main" id="{0A3A5DA4-A10C-4D94-9220-BF87CDD022C2}"/>
              </a:ext>
            </a:extLst>
          </p:cNvPr>
          <p:cNvGrpSpPr/>
          <p:nvPr userDrawn="1"/>
        </p:nvGrpSpPr>
        <p:grpSpPr>
          <a:xfrm>
            <a:off x="11024221" y="377346"/>
            <a:ext cx="810109" cy="182435"/>
            <a:chOff x="12170218" y="900113"/>
            <a:chExt cx="2192338" cy="493712"/>
          </a:xfrm>
        </p:grpSpPr>
        <p:sp>
          <p:nvSpPr>
            <p:cNvPr id="37" name="Freeform 13">
              <a:extLst>
                <a:ext uri="{FF2B5EF4-FFF2-40B4-BE49-F238E27FC236}">
                  <a16:creationId xmlns:a16="http://schemas.microsoft.com/office/drawing/2014/main" id="{9626986C-552F-4F48-86B5-286939D5995C}"/>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4">
              <a:extLst>
                <a:ext uri="{FF2B5EF4-FFF2-40B4-BE49-F238E27FC236}">
                  <a16:creationId xmlns:a16="http://schemas.microsoft.com/office/drawing/2014/main" id="{B245F439-B5AD-4F47-8DFB-7B3613F86A89}"/>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15">
              <a:extLst>
                <a:ext uri="{FF2B5EF4-FFF2-40B4-BE49-F238E27FC236}">
                  <a16:creationId xmlns:a16="http://schemas.microsoft.com/office/drawing/2014/main" id="{9A8FDA44-0690-42EA-AADD-27759CCAB084}"/>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16">
              <a:extLst>
                <a:ext uri="{FF2B5EF4-FFF2-40B4-BE49-F238E27FC236}">
                  <a16:creationId xmlns:a16="http://schemas.microsoft.com/office/drawing/2014/main" id="{E767DBD2-BA3B-4CE0-A1B5-B4D5C56D9BC1}"/>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1" name="Freeform 17">
              <a:extLst>
                <a:ext uri="{FF2B5EF4-FFF2-40B4-BE49-F238E27FC236}">
                  <a16:creationId xmlns:a16="http://schemas.microsoft.com/office/drawing/2014/main" id="{90555C87-7220-4C98-87A9-8A8AA8E4520B}"/>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2" name="Freeform 18">
              <a:extLst>
                <a:ext uri="{FF2B5EF4-FFF2-40B4-BE49-F238E27FC236}">
                  <a16:creationId xmlns:a16="http://schemas.microsoft.com/office/drawing/2014/main" id="{92F263C3-6633-4FBC-AFD9-ADCD78150BC0}"/>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3" name="Freeform 19">
              <a:extLst>
                <a:ext uri="{FF2B5EF4-FFF2-40B4-BE49-F238E27FC236}">
                  <a16:creationId xmlns:a16="http://schemas.microsoft.com/office/drawing/2014/main" id="{BCF03BE3-E393-4053-AEF8-0F1D09E80BDB}"/>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4" name="Freeform 20">
              <a:extLst>
                <a:ext uri="{FF2B5EF4-FFF2-40B4-BE49-F238E27FC236}">
                  <a16:creationId xmlns:a16="http://schemas.microsoft.com/office/drawing/2014/main" id="{0DA7F21C-7842-48B6-B4A5-5ECEE996C990}"/>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5" name="Freeform 22">
              <a:extLst>
                <a:ext uri="{FF2B5EF4-FFF2-40B4-BE49-F238E27FC236}">
                  <a16:creationId xmlns:a16="http://schemas.microsoft.com/office/drawing/2014/main" id="{33F9C6CB-2108-4AB2-929A-4D699BA19065}"/>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1743077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reaker - Potato">
    <p:spTree>
      <p:nvGrpSpPr>
        <p:cNvPr id="1" name=""/>
        <p:cNvGrpSpPr/>
        <p:nvPr/>
      </p:nvGrpSpPr>
      <p:grpSpPr>
        <a:xfrm>
          <a:off x="0" y="0"/>
          <a:ext cx="0" cy="0"/>
          <a:chOff x="0" y="0"/>
          <a:chExt cx="0" cy="0"/>
        </a:xfrm>
      </p:grpSpPr>
      <p:pic>
        <p:nvPicPr>
          <p:cNvPr id="3" name="Shape 16">
            <a:extLst>
              <a:ext uri="{FF2B5EF4-FFF2-40B4-BE49-F238E27FC236}">
                <a16:creationId xmlns:a16="http://schemas.microsoft.com/office/drawing/2014/main" id="{98F8D333-6530-2442-90FC-F988C75BF5A2}"/>
              </a:ext>
            </a:extLst>
          </p:cNvPr>
          <p:cNvPicPr preferRelativeResize="0"/>
          <p:nvPr userDrawn="1"/>
        </p:nvPicPr>
        <p:blipFill>
          <a:blip r:embed="rId2"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31" name="Title 3">
            <a:extLst>
              <a:ext uri="{FF2B5EF4-FFF2-40B4-BE49-F238E27FC236}">
                <a16:creationId xmlns:a16="http://schemas.microsoft.com/office/drawing/2014/main" id="{95D88D92-A34C-BE49-AF88-F49DE44FFB72}"/>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grpSp>
        <p:nvGrpSpPr>
          <p:cNvPr id="32" name="Group 31">
            <a:extLst>
              <a:ext uri="{FF2B5EF4-FFF2-40B4-BE49-F238E27FC236}">
                <a16:creationId xmlns:a16="http://schemas.microsoft.com/office/drawing/2014/main" id="{8C5C1BF2-C383-6D46-94C8-2098CB141CE8}"/>
              </a:ext>
            </a:extLst>
          </p:cNvPr>
          <p:cNvGrpSpPr/>
          <p:nvPr userDrawn="1"/>
        </p:nvGrpSpPr>
        <p:grpSpPr>
          <a:xfrm>
            <a:off x="5029696" y="-1"/>
            <a:ext cx="7082140" cy="6986428"/>
            <a:chOff x="3850815" y="2190815"/>
            <a:chExt cx="992921" cy="979502"/>
          </a:xfrm>
        </p:grpSpPr>
        <p:sp>
          <p:nvSpPr>
            <p:cNvPr id="33" name="Freeform 13">
              <a:extLst>
                <a:ext uri="{FF2B5EF4-FFF2-40B4-BE49-F238E27FC236}">
                  <a16:creationId xmlns:a16="http://schemas.microsoft.com/office/drawing/2014/main" id="{1EAE9F8C-2ABB-4849-93C1-6F0B29A80A84}"/>
                </a:ext>
              </a:extLst>
            </p:cNvPr>
            <p:cNvSpPr>
              <a:spLocks noChangeArrowheads="1"/>
            </p:cNvSpPr>
            <p:nvPr/>
          </p:nvSpPr>
          <p:spPr bwMode="auto">
            <a:xfrm>
              <a:off x="4501581" y="2190815"/>
              <a:ext cx="342155" cy="942602"/>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noFill/>
            <a:ln w="9525" cap="flat">
              <a:solidFill>
                <a:schemeClr val="accent6">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4">
              <a:extLst>
                <a:ext uri="{FF2B5EF4-FFF2-40B4-BE49-F238E27FC236}">
                  <a16:creationId xmlns:a16="http://schemas.microsoft.com/office/drawing/2014/main" id="{C7961AF1-5C5D-6E46-8F36-F884860737B4}"/>
                </a:ext>
              </a:extLst>
            </p:cNvPr>
            <p:cNvSpPr>
              <a:spLocks noChangeArrowheads="1"/>
            </p:cNvSpPr>
            <p:nvPr/>
          </p:nvSpPr>
          <p:spPr bwMode="auto">
            <a:xfrm>
              <a:off x="3854171" y="2630249"/>
              <a:ext cx="271710" cy="523296"/>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noFill/>
            <a:ln w="9525" cap="flat">
              <a:solidFill>
                <a:schemeClr val="accent6">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22">
              <a:extLst>
                <a:ext uri="{FF2B5EF4-FFF2-40B4-BE49-F238E27FC236}">
                  <a16:creationId xmlns:a16="http://schemas.microsoft.com/office/drawing/2014/main" id="{F32C507F-F17B-7F45-9887-F0A8943411DC}"/>
                </a:ext>
              </a:extLst>
            </p:cNvPr>
            <p:cNvSpPr>
              <a:spLocks noChangeArrowheads="1"/>
            </p:cNvSpPr>
            <p:nvPr/>
          </p:nvSpPr>
          <p:spPr bwMode="auto">
            <a:xfrm>
              <a:off x="3850815" y="2190815"/>
              <a:ext cx="771526" cy="97950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noFill/>
            <a:ln w="9525" cap="flat">
              <a:solidFill>
                <a:schemeClr val="accent6">
                  <a:alpha val="30000"/>
                </a:schemeClr>
              </a:solidFill>
              <a:bevel/>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grpSp>
        <p:nvGrpSpPr>
          <p:cNvPr id="36" name="Group 35">
            <a:extLst>
              <a:ext uri="{FF2B5EF4-FFF2-40B4-BE49-F238E27FC236}">
                <a16:creationId xmlns:a16="http://schemas.microsoft.com/office/drawing/2014/main" id="{E651A703-8976-4C29-8F11-86F8603F4D48}"/>
              </a:ext>
            </a:extLst>
          </p:cNvPr>
          <p:cNvGrpSpPr/>
          <p:nvPr userDrawn="1"/>
        </p:nvGrpSpPr>
        <p:grpSpPr>
          <a:xfrm>
            <a:off x="11024221" y="377346"/>
            <a:ext cx="810109" cy="182435"/>
            <a:chOff x="12170218" y="900113"/>
            <a:chExt cx="2192338" cy="493712"/>
          </a:xfrm>
        </p:grpSpPr>
        <p:sp>
          <p:nvSpPr>
            <p:cNvPr id="37" name="Freeform 13">
              <a:extLst>
                <a:ext uri="{FF2B5EF4-FFF2-40B4-BE49-F238E27FC236}">
                  <a16:creationId xmlns:a16="http://schemas.microsoft.com/office/drawing/2014/main" id="{E7174FEC-3694-455B-A4AA-58590ABC0367}"/>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4">
              <a:extLst>
                <a:ext uri="{FF2B5EF4-FFF2-40B4-BE49-F238E27FC236}">
                  <a16:creationId xmlns:a16="http://schemas.microsoft.com/office/drawing/2014/main" id="{452D8E90-7AF8-4B66-ABFA-227D176FD7CA}"/>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15">
              <a:extLst>
                <a:ext uri="{FF2B5EF4-FFF2-40B4-BE49-F238E27FC236}">
                  <a16:creationId xmlns:a16="http://schemas.microsoft.com/office/drawing/2014/main" id="{510847E4-4D47-4EDD-8E9A-54882A19F1C3}"/>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16">
              <a:extLst>
                <a:ext uri="{FF2B5EF4-FFF2-40B4-BE49-F238E27FC236}">
                  <a16:creationId xmlns:a16="http://schemas.microsoft.com/office/drawing/2014/main" id="{FD6E31A8-764E-4484-A468-098E807C095B}"/>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1" name="Freeform 17">
              <a:extLst>
                <a:ext uri="{FF2B5EF4-FFF2-40B4-BE49-F238E27FC236}">
                  <a16:creationId xmlns:a16="http://schemas.microsoft.com/office/drawing/2014/main" id="{D7255EAB-0FBE-48CE-98EF-1DDB72203D55}"/>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2" name="Freeform 18">
              <a:extLst>
                <a:ext uri="{FF2B5EF4-FFF2-40B4-BE49-F238E27FC236}">
                  <a16:creationId xmlns:a16="http://schemas.microsoft.com/office/drawing/2014/main" id="{FF34C80B-87D2-458F-93F4-BF30B33F1DA2}"/>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3" name="Freeform 19">
              <a:extLst>
                <a:ext uri="{FF2B5EF4-FFF2-40B4-BE49-F238E27FC236}">
                  <a16:creationId xmlns:a16="http://schemas.microsoft.com/office/drawing/2014/main" id="{7F4060DF-7E6F-4ACC-8916-7726A460EC12}"/>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4" name="Freeform 20">
              <a:extLst>
                <a:ext uri="{FF2B5EF4-FFF2-40B4-BE49-F238E27FC236}">
                  <a16:creationId xmlns:a16="http://schemas.microsoft.com/office/drawing/2014/main" id="{1FD4C904-5889-47B3-9026-0C90C6BE84A0}"/>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5" name="Freeform 22">
              <a:extLst>
                <a:ext uri="{FF2B5EF4-FFF2-40B4-BE49-F238E27FC236}">
                  <a16:creationId xmlns:a16="http://schemas.microsoft.com/office/drawing/2014/main" id="{60EB96B2-4F86-4898-80CC-44FA73F19191}"/>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76403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 Lettuce">
    <p:spTree>
      <p:nvGrpSpPr>
        <p:cNvPr id="1" name=""/>
        <p:cNvGrpSpPr/>
        <p:nvPr/>
      </p:nvGrpSpPr>
      <p:grpSpPr>
        <a:xfrm>
          <a:off x="0" y="0"/>
          <a:ext cx="0" cy="0"/>
          <a:chOff x="0" y="0"/>
          <a:chExt cx="0" cy="0"/>
        </a:xfrm>
      </p:grpSpPr>
      <p:pic>
        <p:nvPicPr>
          <p:cNvPr id="3" name="Shape 16">
            <a:extLst>
              <a:ext uri="{FF2B5EF4-FFF2-40B4-BE49-F238E27FC236}">
                <a16:creationId xmlns:a16="http://schemas.microsoft.com/office/drawing/2014/main" id="{98F8D333-6530-2442-90FC-F988C75BF5A2}"/>
              </a:ext>
            </a:extLst>
          </p:cNvPr>
          <p:cNvPicPr preferRelativeResize="0"/>
          <p:nvPr userDrawn="1"/>
        </p:nvPicPr>
        <p:blipFill>
          <a:blip r:embed="rId2" cstate="email">
            <a:alphaModFix amt="60000"/>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31" name="Title 3">
            <a:extLst>
              <a:ext uri="{FF2B5EF4-FFF2-40B4-BE49-F238E27FC236}">
                <a16:creationId xmlns:a16="http://schemas.microsoft.com/office/drawing/2014/main" id="{95D88D92-A34C-BE49-AF88-F49DE44FFB72}"/>
              </a:ext>
            </a:extLst>
          </p:cNvPr>
          <p:cNvSpPr>
            <a:spLocks noGrp="1"/>
          </p:cNvSpPr>
          <p:nvPr>
            <p:ph type="title" hasCustomPrompt="1"/>
          </p:nvPr>
        </p:nvSpPr>
        <p:spPr>
          <a:xfrm>
            <a:off x="1235875" y="2971802"/>
            <a:ext cx="3998479" cy="1325563"/>
          </a:xfrm>
          <a:prstGeom prst="rect">
            <a:avLst/>
          </a:prstGeom>
        </p:spPr>
        <p:txBody>
          <a:bodyPr lIns="0" tIns="0" rIns="0" bIns="0" anchor="t" anchorCtr="0"/>
          <a:lstStyle>
            <a:lvl1pPr>
              <a:lnSpc>
                <a:spcPct val="80000"/>
              </a:lnSpc>
              <a:defRPr sz="3000" b="1">
                <a:solidFill>
                  <a:schemeClr val="accent4"/>
                </a:solidFill>
              </a:defRPr>
            </a:lvl1pPr>
          </a:lstStyle>
          <a:p>
            <a:r>
              <a:rPr lang="en-US"/>
              <a:t>TITLE TO</a:t>
            </a:r>
            <a:br>
              <a:rPr lang="en-US"/>
            </a:br>
            <a:r>
              <a:rPr lang="en-US"/>
              <a:t>GO HERE</a:t>
            </a:r>
          </a:p>
        </p:txBody>
      </p:sp>
      <p:grpSp>
        <p:nvGrpSpPr>
          <p:cNvPr id="32" name="Group 31">
            <a:extLst>
              <a:ext uri="{FF2B5EF4-FFF2-40B4-BE49-F238E27FC236}">
                <a16:creationId xmlns:a16="http://schemas.microsoft.com/office/drawing/2014/main" id="{8C5C1BF2-C383-6D46-94C8-2098CB141CE8}"/>
              </a:ext>
            </a:extLst>
          </p:cNvPr>
          <p:cNvGrpSpPr/>
          <p:nvPr userDrawn="1"/>
        </p:nvGrpSpPr>
        <p:grpSpPr>
          <a:xfrm>
            <a:off x="5029696" y="-1"/>
            <a:ext cx="7082140" cy="6986428"/>
            <a:chOff x="3850815" y="2190815"/>
            <a:chExt cx="992921" cy="979502"/>
          </a:xfrm>
        </p:grpSpPr>
        <p:sp>
          <p:nvSpPr>
            <p:cNvPr id="33" name="Freeform 13">
              <a:extLst>
                <a:ext uri="{FF2B5EF4-FFF2-40B4-BE49-F238E27FC236}">
                  <a16:creationId xmlns:a16="http://schemas.microsoft.com/office/drawing/2014/main" id="{1EAE9F8C-2ABB-4849-93C1-6F0B29A80A84}"/>
                </a:ext>
              </a:extLst>
            </p:cNvPr>
            <p:cNvSpPr>
              <a:spLocks noChangeArrowheads="1"/>
            </p:cNvSpPr>
            <p:nvPr/>
          </p:nvSpPr>
          <p:spPr bwMode="auto">
            <a:xfrm>
              <a:off x="4501581" y="2190815"/>
              <a:ext cx="342155" cy="942602"/>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noFill/>
            <a:ln w="9525" cap="flat">
              <a:solidFill>
                <a:schemeClr val="accent6">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4">
              <a:extLst>
                <a:ext uri="{FF2B5EF4-FFF2-40B4-BE49-F238E27FC236}">
                  <a16:creationId xmlns:a16="http://schemas.microsoft.com/office/drawing/2014/main" id="{C7961AF1-5C5D-6E46-8F36-F884860737B4}"/>
                </a:ext>
              </a:extLst>
            </p:cNvPr>
            <p:cNvSpPr>
              <a:spLocks noChangeArrowheads="1"/>
            </p:cNvSpPr>
            <p:nvPr/>
          </p:nvSpPr>
          <p:spPr bwMode="auto">
            <a:xfrm>
              <a:off x="3854171" y="2630249"/>
              <a:ext cx="271710" cy="523296"/>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noFill/>
            <a:ln w="9525" cap="flat">
              <a:solidFill>
                <a:schemeClr val="accent6">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22">
              <a:extLst>
                <a:ext uri="{FF2B5EF4-FFF2-40B4-BE49-F238E27FC236}">
                  <a16:creationId xmlns:a16="http://schemas.microsoft.com/office/drawing/2014/main" id="{F32C507F-F17B-7F45-9887-F0A8943411DC}"/>
                </a:ext>
              </a:extLst>
            </p:cNvPr>
            <p:cNvSpPr>
              <a:spLocks noChangeArrowheads="1"/>
            </p:cNvSpPr>
            <p:nvPr/>
          </p:nvSpPr>
          <p:spPr bwMode="auto">
            <a:xfrm>
              <a:off x="3850815" y="2190815"/>
              <a:ext cx="771526" cy="97950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noFill/>
            <a:ln w="9525" cap="flat">
              <a:solidFill>
                <a:schemeClr val="accent6">
                  <a:alpha val="30000"/>
                </a:schemeClr>
              </a:solidFill>
              <a:bevel/>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grpSp>
        <p:nvGrpSpPr>
          <p:cNvPr id="36" name="Group 35">
            <a:extLst>
              <a:ext uri="{FF2B5EF4-FFF2-40B4-BE49-F238E27FC236}">
                <a16:creationId xmlns:a16="http://schemas.microsoft.com/office/drawing/2014/main" id="{D281BC01-1563-40AD-80C7-5053AC08BE47}"/>
              </a:ext>
            </a:extLst>
          </p:cNvPr>
          <p:cNvGrpSpPr/>
          <p:nvPr userDrawn="1"/>
        </p:nvGrpSpPr>
        <p:grpSpPr>
          <a:xfrm>
            <a:off x="11024221" y="377346"/>
            <a:ext cx="810109" cy="182435"/>
            <a:chOff x="12170218" y="900113"/>
            <a:chExt cx="2192338" cy="493712"/>
          </a:xfrm>
        </p:grpSpPr>
        <p:sp>
          <p:nvSpPr>
            <p:cNvPr id="37" name="Freeform 13">
              <a:extLst>
                <a:ext uri="{FF2B5EF4-FFF2-40B4-BE49-F238E27FC236}">
                  <a16:creationId xmlns:a16="http://schemas.microsoft.com/office/drawing/2014/main" id="{54B9105A-F465-4658-8930-CC6E77C97E14}"/>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4">
              <a:extLst>
                <a:ext uri="{FF2B5EF4-FFF2-40B4-BE49-F238E27FC236}">
                  <a16:creationId xmlns:a16="http://schemas.microsoft.com/office/drawing/2014/main" id="{41C26811-60BB-4B3B-AACF-21935D23DDA8}"/>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15">
              <a:extLst>
                <a:ext uri="{FF2B5EF4-FFF2-40B4-BE49-F238E27FC236}">
                  <a16:creationId xmlns:a16="http://schemas.microsoft.com/office/drawing/2014/main" id="{10583EF2-A525-4FC1-988F-45ED03F5CEB9}"/>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16">
              <a:extLst>
                <a:ext uri="{FF2B5EF4-FFF2-40B4-BE49-F238E27FC236}">
                  <a16:creationId xmlns:a16="http://schemas.microsoft.com/office/drawing/2014/main" id="{FA573D69-D299-48FD-8DCC-3C62E5C48665}"/>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1" name="Freeform 17">
              <a:extLst>
                <a:ext uri="{FF2B5EF4-FFF2-40B4-BE49-F238E27FC236}">
                  <a16:creationId xmlns:a16="http://schemas.microsoft.com/office/drawing/2014/main" id="{FD2EE707-C370-4FB2-8719-A182E0B1F516}"/>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2" name="Freeform 18">
              <a:extLst>
                <a:ext uri="{FF2B5EF4-FFF2-40B4-BE49-F238E27FC236}">
                  <a16:creationId xmlns:a16="http://schemas.microsoft.com/office/drawing/2014/main" id="{C36C57E0-04DD-44B2-89BF-D144043C548B}"/>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3" name="Freeform 19">
              <a:extLst>
                <a:ext uri="{FF2B5EF4-FFF2-40B4-BE49-F238E27FC236}">
                  <a16:creationId xmlns:a16="http://schemas.microsoft.com/office/drawing/2014/main" id="{46BB0313-6C88-4F37-B486-2719C562E8EB}"/>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4" name="Freeform 20">
              <a:extLst>
                <a:ext uri="{FF2B5EF4-FFF2-40B4-BE49-F238E27FC236}">
                  <a16:creationId xmlns:a16="http://schemas.microsoft.com/office/drawing/2014/main" id="{DA728695-24BC-4D1B-B11E-06F30A0A90AE}"/>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5" name="Freeform 22">
              <a:extLst>
                <a:ext uri="{FF2B5EF4-FFF2-40B4-BE49-F238E27FC236}">
                  <a16:creationId xmlns:a16="http://schemas.microsoft.com/office/drawing/2014/main" id="{154A3188-95D7-44C7-B4F1-9A49E3E3D401}"/>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2744959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 Title Only">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9B2ACFEF-0393-2A48-AC4D-205D879B5C47}"/>
              </a:ext>
            </a:extLst>
          </p:cNvPr>
          <p:cNvGrpSpPr/>
          <p:nvPr userDrawn="1"/>
        </p:nvGrpSpPr>
        <p:grpSpPr>
          <a:xfrm>
            <a:off x="5029696" y="-1"/>
            <a:ext cx="7082140" cy="6986428"/>
            <a:chOff x="3850815" y="2190815"/>
            <a:chExt cx="992921" cy="979502"/>
          </a:xfrm>
        </p:grpSpPr>
        <p:sp>
          <p:nvSpPr>
            <p:cNvPr id="39" name="Freeform 13">
              <a:extLst>
                <a:ext uri="{FF2B5EF4-FFF2-40B4-BE49-F238E27FC236}">
                  <a16:creationId xmlns:a16="http://schemas.microsoft.com/office/drawing/2014/main" id="{ED96C47C-BF8A-3D41-9627-D47C1837AC76}"/>
                </a:ext>
              </a:extLst>
            </p:cNvPr>
            <p:cNvSpPr>
              <a:spLocks noChangeArrowheads="1"/>
            </p:cNvSpPr>
            <p:nvPr/>
          </p:nvSpPr>
          <p:spPr bwMode="auto">
            <a:xfrm>
              <a:off x="4501581" y="2190815"/>
              <a:ext cx="342155" cy="942602"/>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noFill/>
            <a:ln w="9525" cap="flat">
              <a:solidFill>
                <a:schemeClr val="accent3">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14">
              <a:extLst>
                <a:ext uri="{FF2B5EF4-FFF2-40B4-BE49-F238E27FC236}">
                  <a16:creationId xmlns:a16="http://schemas.microsoft.com/office/drawing/2014/main" id="{742D8C55-BC5C-E640-83F5-36A360CDD84A}"/>
                </a:ext>
              </a:extLst>
            </p:cNvPr>
            <p:cNvSpPr>
              <a:spLocks noChangeArrowheads="1"/>
            </p:cNvSpPr>
            <p:nvPr/>
          </p:nvSpPr>
          <p:spPr bwMode="auto">
            <a:xfrm>
              <a:off x="3854171" y="2630249"/>
              <a:ext cx="271710" cy="523296"/>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noFill/>
            <a:ln w="9525" cap="flat">
              <a:solidFill>
                <a:schemeClr val="accent3">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2" name="Freeform 22">
              <a:extLst>
                <a:ext uri="{FF2B5EF4-FFF2-40B4-BE49-F238E27FC236}">
                  <a16:creationId xmlns:a16="http://schemas.microsoft.com/office/drawing/2014/main" id="{0979F502-F2FA-9648-8502-48263E383B70}"/>
                </a:ext>
              </a:extLst>
            </p:cNvPr>
            <p:cNvSpPr>
              <a:spLocks noChangeArrowheads="1"/>
            </p:cNvSpPr>
            <p:nvPr/>
          </p:nvSpPr>
          <p:spPr bwMode="auto">
            <a:xfrm>
              <a:off x="3850815" y="2190815"/>
              <a:ext cx="771526" cy="97950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noFill/>
            <a:ln w="9525" cap="flat">
              <a:solidFill>
                <a:schemeClr val="accent3">
                  <a:alpha val="30000"/>
                </a:schemeClr>
              </a:solidFill>
              <a:bevel/>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
        <p:nvSpPr>
          <p:cNvPr id="32" name="Rectangle 31">
            <a:extLst>
              <a:ext uri="{FF2B5EF4-FFF2-40B4-BE49-F238E27FC236}">
                <a16:creationId xmlns:a16="http://schemas.microsoft.com/office/drawing/2014/main" id="{B700F457-05E8-B246-8AB6-6CD2764498F0}"/>
              </a:ext>
            </a:extLst>
          </p:cNvPr>
          <p:cNvSpPr/>
          <p:nvPr userDrawn="1"/>
        </p:nvSpPr>
        <p:spPr>
          <a:xfrm>
            <a:off x="0" y="6650182"/>
            <a:ext cx="12192003" cy="207818"/>
          </a:xfrm>
          <a:prstGeom prst="rect">
            <a:avLst/>
          </a:prstGeom>
          <a:gradFill>
            <a:gsLst>
              <a:gs pos="0">
                <a:srgbClr val="95BF3F"/>
              </a:gs>
              <a:gs pos="100000">
                <a:srgbClr val="4B8F42">
                  <a:lumMod val="100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2"/>
          </a:p>
        </p:txBody>
      </p:sp>
      <p:sp>
        <p:nvSpPr>
          <p:cNvPr id="33" name="Freeform 22">
            <a:extLst>
              <a:ext uri="{FF2B5EF4-FFF2-40B4-BE49-F238E27FC236}">
                <a16:creationId xmlns:a16="http://schemas.microsoft.com/office/drawing/2014/main" id="{8614501A-E3EA-854C-A207-22FB5112A506}"/>
              </a:ext>
            </a:extLst>
          </p:cNvPr>
          <p:cNvSpPr>
            <a:spLocks noChangeArrowheads="1"/>
          </p:cNvSpPr>
          <p:nvPr userDrawn="1"/>
        </p:nvSpPr>
        <p:spPr bwMode="auto">
          <a:xfrm>
            <a:off x="1214795" y="1116092"/>
            <a:ext cx="295575" cy="37525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41" name="Shape 34">
            <a:extLst>
              <a:ext uri="{FF2B5EF4-FFF2-40B4-BE49-F238E27FC236}">
                <a16:creationId xmlns:a16="http://schemas.microsoft.com/office/drawing/2014/main" id="{2724A990-60B7-0547-B4EC-592B6E915113}"/>
              </a:ext>
            </a:extLst>
          </p:cNvPr>
          <p:cNvSpPr txBox="1">
            <a:spLocks noGrp="1"/>
          </p:cNvSpPr>
          <p:nvPr>
            <p:ph type="title" hasCustomPrompt="1"/>
          </p:nvPr>
        </p:nvSpPr>
        <p:spPr>
          <a:xfrm>
            <a:off x="1598018" y="0"/>
            <a:ext cx="9185351" cy="1570308"/>
          </a:xfrm>
          <a:prstGeom prst="rect">
            <a:avLst/>
          </a:prstGeom>
          <a:noFill/>
          <a:ln>
            <a:noFill/>
          </a:ln>
        </p:spPr>
        <p:txBody>
          <a:bodyPr spcFirstLastPara="1" wrap="square" lIns="0" tIns="0" rIns="0" bIns="0" anchor="b" anchorCtr="0"/>
          <a:lstStyle>
            <a:lvl1pPr marR="0" lvl="0" algn="l" rtl="0">
              <a:lnSpc>
                <a:spcPct val="90000"/>
              </a:lnSpc>
              <a:spcBef>
                <a:spcPts val="0"/>
              </a:spcBef>
              <a:spcAft>
                <a:spcPts val="0"/>
              </a:spcAft>
              <a:buClr>
                <a:srgbClr val="000000"/>
              </a:buClr>
              <a:buSzPts val="5300"/>
              <a:buFont typeface="Arial"/>
              <a:buNone/>
              <a:defRPr sz="3000" b="1" i="0" u="none" strike="noStrike" cap="none" dirty="0">
                <a:solidFill>
                  <a:schemeClr val="accent1"/>
                </a:solidFill>
                <a:latin typeface="Arial" panose="020B0604020202020204" pitchFamily="34" charset="0"/>
                <a:ea typeface="Arial"/>
                <a:cs typeface="Arial" panose="020B0604020202020204" pitchFamily="34" charset="0"/>
                <a:sym typeface="Arial"/>
              </a:defRPr>
            </a:lvl1pPr>
            <a:lvl2pPr lvl="1">
              <a:spcBef>
                <a:spcPts val="0"/>
              </a:spcBef>
              <a:spcAft>
                <a:spcPts val="0"/>
              </a:spcAft>
              <a:buSzPts val="1700"/>
              <a:buNone/>
              <a:defRPr sz="1833"/>
            </a:lvl2pPr>
            <a:lvl3pPr lvl="2">
              <a:spcBef>
                <a:spcPts val="0"/>
              </a:spcBef>
              <a:spcAft>
                <a:spcPts val="0"/>
              </a:spcAft>
              <a:buSzPts val="1700"/>
              <a:buNone/>
              <a:defRPr sz="1833"/>
            </a:lvl3pPr>
            <a:lvl4pPr lvl="3">
              <a:spcBef>
                <a:spcPts val="0"/>
              </a:spcBef>
              <a:spcAft>
                <a:spcPts val="0"/>
              </a:spcAft>
              <a:buSzPts val="1700"/>
              <a:buNone/>
              <a:defRPr sz="1833"/>
            </a:lvl4pPr>
            <a:lvl5pPr lvl="4">
              <a:spcBef>
                <a:spcPts val="0"/>
              </a:spcBef>
              <a:spcAft>
                <a:spcPts val="0"/>
              </a:spcAft>
              <a:buSzPts val="1700"/>
              <a:buNone/>
              <a:defRPr sz="1833"/>
            </a:lvl5pPr>
            <a:lvl6pPr lvl="5">
              <a:spcBef>
                <a:spcPts val="0"/>
              </a:spcBef>
              <a:spcAft>
                <a:spcPts val="0"/>
              </a:spcAft>
              <a:buSzPts val="1700"/>
              <a:buNone/>
              <a:defRPr sz="1833"/>
            </a:lvl6pPr>
            <a:lvl7pPr lvl="6">
              <a:spcBef>
                <a:spcPts val="0"/>
              </a:spcBef>
              <a:spcAft>
                <a:spcPts val="0"/>
              </a:spcAft>
              <a:buSzPts val="1700"/>
              <a:buNone/>
              <a:defRPr sz="1833"/>
            </a:lvl7pPr>
            <a:lvl8pPr lvl="7">
              <a:spcBef>
                <a:spcPts val="0"/>
              </a:spcBef>
              <a:spcAft>
                <a:spcPts val="0"/>
              </a:spcAft>
              <a:buSzPts val="1700"/>
              <a:buNone/>
              <a:defRPr sz="1833"/>
            </a:lvl8pPr>
            <a:lvl9pPr lvl="8">
              <a:spcBef>
                <a:spcPts val="0"/>
              </a:spcBef>
              <a:spcAft>
                <a:spcPts val="0"/>
              </a:spcAft>
              <a:buSzPts val="1700"/>
              <a:buNone/>
              <a:defRPr sz="1833"/>
            </a:lvl9pPr>
          </a:lstStyle>
          <a:p>
            <a:r>
              <a:rPr lang="en-US"/>
              <a:t>Content Slide</a:t>
            </a:r>
            <a:endParaRPr/>
          </a:p>
        </p:txBody>
      </p:sp>
      <p:grpSp>
        <p:nvGrpSpPr>
          <p:cNvPr id="34" name="Group 33">
            <a:extLst>
              <a:ext uri="{FF2B5EF4-FFF2-40B4-BE49-F238E27FC236}">
                <a16:creationId xmlns:a16="http://schemas.microsoft.com/office/drawing/2014/main" id="{69DE9938-49D9-4266-AB01-C148AD96C7C3}"/>
              </a:ext>
            </a:extLst>
          </p:cNvPr>
          <p:cNvGrpSpPr/>
          <p:nvPr userDrawn="1"/>
        </p:nvGrpSpPr>
        <p:grpSpPr>
          <a:xfrm>
            <a:off x="11024221" y="377346"/>
            <a:ext cx="810109" cy="182435"/>
            <a:chOff x="12170218" y="900113"/>
            <a:chExt cx="2192338" cy="493712"/>
          </a:xfrm>
        </p:grpSpPr>
        <p:sp>
          <p:nvSpPr>
            <p:cNvPr id="35" name="Freeform 13">
              <a:extLst>
                <a:ext uri="{FF2B5EF4-FFF2-40B4-BE49-F238E27FC236}">
                  <a16:creationId xmlns:a16="http://schemas.microsoft.com/office/drawing/2014/main" id="{215970FB-C821-4AAB-B55C-C4F2109110C2}"/>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4">
              <a:extLst>
                <a:ext uri="{FF2B5EF4-FFF2-40B4-BE49-F238E27FC236}">
                  <a16:creationId xmlns:a16="http://schemas.microsoft.com/office/drawing/2014/main" id="{60654716-C70B-477A-8755-C0798FCCB10F}"/>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5">
              <a:extLst>
                <a:ext uri="{FF2B5EF4-FFF2-40B4-BE49-F238E27FC236}">
                  <a16:creationId xmlns:a16="http://schemas.microsoft.com/office/drawing/2014/main" id="{1794FBCE-6F2D-49E8-8F5B-A4FB62311EDC}"/>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3" name="Freeform 16">
              <a:extLst>
                <a:ext uri="{FF2B5EF4-FFF2-40B4-BE49-F238E27FC236}">
                  <a16:creationId xmlns:a16="http://schemas.microsoft.com/office/drawing/2014/main" id="{67CB7BF1-D1FD-4D85-BA2F-CE88425CE57B}"/>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4" name="Freeform 17">
              <a:extLst>
                <a:ext uri="{FF2B5EF4-FFF2-40B4-BE49-F238E27FC236}">
                  <a16:creationId xmlns:a16="http://schemas.microsoft.com/office/drawing/2014/main" id="{92E1464E-4B3B-4B06-9380-232ACF5D6641}"/>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5" name="Freeform 18">
              <a:extLst>
                <a:ext uri="{FF2B5EF4-FFF2-40B4-BE49-F238E27FC236}">
                  <a16:creationId xmlns:a16="http://schemas.microsoft.com/office/drawing/2014/main" id="{8FF36214-4D9F-41E4-A228-C5EB7EE29B06}"/>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6" name="Freeform 19">
              <a:extLst>
                <a:ext uri="{FF2B5EF4-FFF2-40B4-BE49-F238E27FC236}">
                  <a16:creationId xmlns:a16="http://schemas.microsoft.com/office/drawing/2014/main" id="{F7E83791-5F7F-4673-A211-F3714370D6AA}"/>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7" name="Freeform 20">
              <a:extLst>
                <a:ext uri="{FF2B5EF4-FFF2-40B4-BE49-F238E27FC236}">
                  <a16:creationId xmlns:a16="http://schemas.microsoft.com/office/drawing/2014/main" id="{EAF78A95-28B3-441B-BDE6-7E46DEFB3E01}"/>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8" name="Freeform 22">
              <a:extLst>
                <a:ext uri="{FF2B5EF4-FFF2-40B4-BE49-F238E27FC236}">
                  <a16:creationId xmlns:a16="http://schemas.microsoft.com/office/drawing/2014/main" id="{915B5454-6D66-45CF-9ECC-CFCE3F48205E}"/>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360290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 Title/Content">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13AEB185-0F02-984A-BEDD-102DE9ED8F8D}"/>
              </a:ext>
            </a:extLst>
          </p:cNvPr>
          <p:cNvGrpSpPr/>
          <p:nvPr userDrawn="1"/>
        </p:nvGrpSpPr>
        <p:grpSpPr>
          <a:xfrm>
            <a:off x="5029696" y="-1"/>
            <a:ext cx="7082140" cy="6986428"/>
            <a:chOff x="3850815" y="2190815"/>
            <a:chExt cx="992921" cy="979502"/>
          </a:xfrm>
        </p:grpSpPr>
        <p:sp>
          <p:nvSpPr>
            <p:cNvPr id="45" name="Freeform 13">
              <a:extLst>
                <a:ext uri="{FF2B5EF4-FFF2-40B4-BE49-F238E27FC236}">
                  <a16:creationId xmlns:a16="http://schemas.microsoft.com/office/drawing/2014/main" id="{0C3DB056-D337-574A-B92B-F8E6C0601F38}"/>
                </a:ext>
              </a:extLst>
            </p:cNvPr>
            <p:cNvSpPr>
              <a:spLocks noChangeArrowheads="1"/>
            </p:cNvSpPr>
            <p:nvPr/>
          </p:nvSpPr>
          <p:spPr bwMode="auto">
            <a:xfrm>
              <a:off x="4501581" y="2190815"/>
              <a:ext cx="342155" cy="942602"/>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noFill/>
            <a:ln w="9525" cap="flat">
              <a:solidFill>
                <a:schemeClr val="accent3">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6" name="Freeform 14">
              <a:extLst>
                <a:ext uri="{FF2B5EF4-FFF2-40B4-BE49-F238E27FC236}">
                  <a16:creationId xmlns:a16="http://schemas.microsoft.com/office/drawing/2014/main" id="{BE2CBD2F-6055-0248-9602-82CFE411BE07}"/>
                </a:ext>
              </a:extLst>
            </p:cNvPr>
            <p:cNvSpPr>
              <a:spLocks noChangeArrowheads="1"/>
            </p:cNvSpPr>
            <p:nvPr/>
          </p:nvSpPr>
          <p:spPr bwMode="auto">
            <a:xfrm>
              <a:off x="3854171" y="2630249"/>
              <a:ext cx="271710" cy="523296"/>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noFill/>
            <a:ln w="9525" cap="flat">
              <a:solidFill>
                <a:schemeClr val="accent3">
                  <a:alpha val="30000"/>
                </a:schemeClr>
              </a:solid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7" name="Freeform 22">
              <a:extLst>
                <a:ext uri="{FF2B5EF4-FFF2-40B4-BE49-F238E27FC236}">
                  <a16:creationId xmlns:a16="http://schemas.microsoft.com/office/drawing/2014/main" id="{262E5FC8-3506-B842-AA8C-E5DC5831D903}"/>
                </a:ext>
              </a:extLst>
            </p:cNvPr>
            <p:cNvSpPr>
              <a:spLocks noChangeArrowheads="1"/>
            </p:cNvSpPr>
            <p:nvPr/>
          </p:nvSpPr>
          <p:spPr bwMode="auto">
            <a:xfrm>
              <a:off x="3850815" y="2190815"/>
              <a:ext cx="771526" cy="97950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noFill/>
            <a:ln w="9525" cap="flat">
              <a:solidFill>
                <a:schemeClr val="accent3">
                  <a:alpha val="30000"/>
                </a:schemeClr>
              </a:solidFill>
              <a:bevel/>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
        <p:nvSpPr>
          <p:cNvPr id="32" name="Rectangle 31">
            <a:extLst>
              <a:ext uri="{FF2B5EF4-FFF2-40B4-BE49-F238E27FC236}">
                <a16:creationId xmlns:a16="http://schemas.microsoft.com/office/drawing/2014/main" id="{B700F457-05E8-B246-8AB6-6CD2764498F0}"/>
              </a:ext>
            </a:extLst>
          </p:cNvPr>
          <p:cNvSpPr/>
          <p:nvPr userDrawn="1"/>
        </p:nvSpPr>
        <p:spPr>
          <a:xfrm>
            <a:off x="0" y="6650182"/>
            <a:ext cx="12192003" cy="207818"/>
          </a:xfrm>
          <a:prstGeom prst="rect">
            <a:avLst/>
          </a:prstGeom>
          <a:gradFill>
            <a:gsLst>
              <a:gs pos="0">
                <a:srgbClr val="95BF3F"/>
              </a:gs>
              <a:gs pos="100000">
                <a:srgbClr val="4B8F42">
                  <a:lumMod val="100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2"/>
          </a:p>
        </p:txBody>
      </p:sp>
      <p:sp>
        <p:nvSpPr>
          <p:cNvPr id="33" name="Freeform 22">
            <a:extLst>
              <a:ext uri="{FF2B5EF4-FFF2-40B4-BE49-F238E27FC236}">
                <a16:creationId xmlns:a16="http://schemas.microsoft.com/office/drawing/2014/main" id="{8614501A-E3EA-854C-A207-22FB5112A506}"/>
              </a:ext>
            </a:extLst>
          </p:cNvPr>
          <p:cNvSpPr>
            <a:spLocks noChangeArrowheads="1"/>
          </p:cNvSpPr>
          <p:nvPr userDrawn="1"/>
        </p:nvSpPr>
        <p:spPr bwMode="auto">
          <a:xfrm>
            <a:off x="1214795" y="1116092"/>
            <a:ext cx="295575" cy="37525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41" name="Shape 34">
            <a:extLst>
              <a:ext uri="{FF2B5EF4-FFF2-40B4-BE49-F238E27FC236}">
                <a16:creationId xmlns:a16="http://schemas.microsoft.com/office/drawing/2014/main" id="{2724A990-60B7-0547-B4EC-592B6E915113}"/>
              </a:ext>
            </a:extLst>
          </p:cNvPr>
          <p:cNvSpPr txBox="1">
            <a:spLocks noGrp="1"/>
          </p:cNvSpPr>
          <p:nvPr>
            <p:ph type="title" hasCustomPrompt="1"/>
          </p:nvPr>
        </p:nvSpPr>
        <p:spPr>
          <a:xfrm>
            <a:off x="1598018" y="0"/>
            <a:ext cx="9185351" cy="1570308"/>
          </a:xfrm>
          <a:prstGeom prst="rect">
            <a:avLst/>
          </a:prstGeom>
          <a:noFill/>
          <a:ln>
            <a:noFill/>
          </a:ln>
        </p:spPr>
        <p:txBody>
          <a:bodyPr spcFirstLastPara="1" wrap="square" lIns="0" tIns="0" rIns="0" bIns="0" anchor="b" anchorCtr="0"/>
          <a:lstStyle>
            <a:lvl1pPr marR="0" lvl="0" algn="l" rtl="0">
              <a:lnSpc>
                <a:spcPct val="90000"/>
              </a:lnSpc>
              <a:spcBef>
                <a:spcPts val="0"/>
              </a:spcBef>
              <a:spcAft>
                <a:spcPts val="0"/>
              </a:spcAft>
              <a:buClr>
                <a:srgbClr val="000000"/>
              </a:buClr>
              <a:buSzPts val="5300"/>
              <a:buFont typeface="Arial"/>
              <a:buNone/>
              <a:defRPr sz="3000" b="1" i="0" u="none" strike="noStrike" cap="none" dirty="0">
                <a:solidFill>
                  <a:schemeClr val="accent1"/>
                </a:solidFill>
                <a:latin typeface="Arial" panose="020B0604020202020204" pitchFamily="34" charset="0"/>
                <a:ea typeface="Arial"/>
                <a:cs typeface="Arial" panose="020B0604020202020204" pitchFamily="34" charset="0"/>
                <a:sym typeface="Arial"/>
              </a:defRPr>
            </a:lvl1pPr>
            <a:lvl2pPr lvl="1">
              <a:spcBef>
                <a:spcPts val="0"/>
              </a:spcBef>
              <a:spcAft>
                <a:spcPts val="0"/>
              </a:spcAft>
              <a:buSzPts val="1700"/>
              <a:buNone/>
              <a:defRPr sz="1833"/>
            </a:lvl2pPr>
            <a:lvl3pPr lvl="2">
              <a:spcBef>
                <a:spcPts val="0"/>
              </a:spcBef>
              <a:spcAft>
                <a:spcPts val="0"/>
              </a:spcAft>
              <a:buSzPts val="1700"/>
              <a:buNone/>
              <a:defRPr sz="1833"/>
            </a:lvl3pPr>
            <a:lvl4pPr lvl="3">
              <a:spcBef>
                <a:spcPts val="0"/>
              </a:spcBef>
              <a:spcAft>
                <a:spcPts val="0"/>
              </a:spcAft>
              <a:buSzPts val="1700"/>
              <a:buNone/>
              <a:defRPr sz="1833"/>
            </a:lvl4pPr>
            <a:lvl5pPr lvl="4">
              <a:spcBef>
                <a:spcPts val="0"/>
              </a:spcBef>
              <a:spcAft>
                <a:spcPts val="0"/>
              </a:spcAft>
              <a:buSzPts val="1700"/>
              <a:buNone/>
              <a:defRPr sz="1833"/>
            </a:lvl5pPr>
            <a:lvl6pPr lvl="5">
              <a:spcBef>
                <a:spcPts val="0"/>
              </a:spcBef>
              <a:spcAft>
                <a:spcPts val="0"/>
              </a:spcAft>
              <a:buSzPts val="1700"/>
              <a:buNone/>
              <a:defRPr sz="1833"/>
            </a:lvl6pPr>
            <a:lvl7pPr lvl="6">
              <a:spcBef>
                <a:spcPts val="0"/>
              </a:spcBef>
              <a:spcAft>
                <a:spcPts val="0"/>
              </a:spcAft>
              <a:buSzPts val="1700"/>
              <a:buNone/>
              <a:defRPr sz="1833"/>
            </a:lvl7pPr>
            <a:lvl8pPr lvl="7">
              <a:spcBef>
                <a:spcPts val="0"/>
              </a:spcBef>
              <a:spcAft>
                <a:spcPts val="0"/>
              </a:spcAft>
              <a:buSzPts val="1700"/>
              <a:buNone/>
              <a:defRPr sz="1833"/>
            </a:lvl8pPr>
            <a:lvl9pPr lvl="8">
              <a:spcBef>
                <a:spcPts val="0"/>
              </a:spcBef>
              <a:spcAft>
                <a:spcPts val="0"/>
              </a:spcAft>
              <a:buSzPts val="1700"/>
              <a:buNone/>
              <a:defRPr sz="1833"/>
            </a:lvl9pPr>
          </a:lstStyle>
          <a:p>
            <a:r>
              <a:rPr lang="en-US"/>
              <a:t>Content Slide</a:t>
            </a:r>
            <a:endParaRPr/>
          </a:p>
        </p:txBody>
      </p:sp>
      <p:sp>
        <p:nvSpPr>
          <p:cNvPr id="38" name="Text Placeholder 3">
            <a:extLst>
              <a:ext uri="{FF2B5EF4-FFF2-40B4-BE49-F238E27FC236}">
                <a16:creationId xmlns:a16="http://schemas.microsoft.com/office/drawing/2014/main" id="{AFE5C765-ECDD-F946-9521-4F6B822D26C9}"/>
              </a:ext>
            </a:extLst>
          </p:cNvPr>
          <p:cNvSpPr>
            <a:spLocks noGrp="1"/>
          </p:cNvSpPr>
          <p:nvPr>
            <p:ph type="body" sz="quarter" idx="10"/>
          </p:nvPr>
        </p:nvSpPr>
        <p:spPr>
          <a:xfrm>
            <a:off x="1624171" y="1804496"/>
            <a:ext cx="9950293" cy="4355005"/>
          </a:xfrm>
          <a:prstGeom prst="rect">
            <a:avLst/>
          </a:prstGeom>
        </p:spPr>
        <p:txBody>
          <a:bodyPr lIns="0" tIns="0" rIns="0" bIns="0"/>
          <a:lstStyle>
            <a:lvl1pPr marL="0" marR="0" indent="0" algn="l" rtl="0">
              <a:lnSpc>
                <a:spcPct val="150000"/>
              </a:lnSpc>
              <a:spcBef>
                <a:spcPts val="0"/>
              </a:spcBef>
              <a:spcAft>
                <a:spcPts val="0"/>
              </a:spcAft>
              <a:buClr>
                <a:srgbClr val="000000"/>
              </a:buClr>
              <a:buFont typeface="Arial"/>
              <a:buNone/>
              <a:defRPr lang="en-US" sz="1200" b="1" i="0" u="none" strike="noStrike" cap="all" baseline="0" dirty="0" smtClean="0">
                <a:solidFill>
                  <a:schemeClr val="accent1"/>
                </a:solidFill>
                <a:latin typeface="Arial" panose="020B0604020202020204" pitchFamily="34" charset="0"/>
                <a:ea typeface="Arial"/>
                <a:cs typeface="Arial" panose="020B0604020202020204" pitchFamily="34" charset="0"/>
                <a:sym typeface="Arial"/>
              </a:defRPr>
            </a:lvl1pPr>
            <a:lvl2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smtClean="0">
                <a:solidFill>
                  <a:schemeClr val="accent1"/>
                </a:solidFill>
                <a:latin typeface="Arial" panose="020B0604020202020204" pitchFamily="34" charset="0"/>
                <a:ea typeface="Arial"/>
                <a:cs typeface="Arial" panose="020B0604020202020204" pitchFamily="34" charset="0"/>
                <a:sym typeface="Arial"/>
              </a:defRPr>
            </a:lvl2pPr>
            <a:lvl3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smtClean="0">
                <a:solidFill>
                  <a:schemeClr val="accent1"/>
                </a:solidFill>
                <a:latin typeface="Arial" panose="020B0604020202020204" pitchFamily="34" charset="0"/>
                <a:ea typeface="Arial"/>
                <a:cs typeface="Arial" panose="020B0604020202020204" pitchFamily="34" charset="0"/>
                <a:sym typeface="Arial"/>
              </a:defRPr>
            </a:lvl3pPr>
            <a:lvl4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smtClean="0">
                <a:solidFill>
                  <a:schemeClr val="accent1"/>
                </a:solidFill>
                <a:latin typeface="Arial" panose="020B0604020202020204" pitchFamily="34" charset="0"/>
                <a:ea typeface="Arial"/>
                <a:cs typeface="Arial" panose="020B0604020202020204" pitchFamily="34" charset="0"/>
                <a:sym typeface="Arial"/>
              </a:defRPr>
            </a:lvl4pPr>
            <a:lvl5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a:solidFill>
                  <a:schemeClr val="accent1"/>
                </a:solidFill>
                <a:latin typeface="Arial" panose="020B0604020202020204" pitchFamily="34" charset="0"/>
                <a:ea typeface="Arial"/>
                <a:cs typeface="Arial" panose="020B0604020202020204" pitchFamily="34" charset="0"/>
                <a:sym typeface="Aria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4" name="Group 33">
            <a:extLst>
              <a:ext uri="{FF2B5EF4-FFF2-40B4-BE49-F238E27FC236}">
                <a16:creationId xmlns:a16="http://schemas.microsoft.com/office/drawing/2014/main" id="{7976E51C-5C6E-483E-8489-2729AC531107}"/>
              </a:ext>
            </a:extLst>
          </p:cNvPr>
          <p:cNvGrpSpPr/>
          <p:nvPr userDrawn="1"/>
        </p:nvGrpSpPr>
        <p:grpSpPr>
          <a:xfrm>
            <a:off x="11024221" y="377346"/>
            <a:ext cx="810109" cy="182435"/>
            <a:chOff x="12170218" y="900113"/>
            <a:chExt cx="2192338" cy="493712"/>
          </a:xfrm>
        </p:grpSpPr>
        <p:sp>
          <p:nvSpPr>
            <p:cNvPr id="35" name="Freeform 13">
              <a:extLst>
                <a:ext uri="{FF2B5EF4-FFF2-40B4-BE49-F238E27FC236}">
                  <a16:creationId xmlns:a16="http://schemas.microsoft.com/office/drawing/2014/main" id="{52B35CF4-56BE-4B3F-85F0-2EF9E6A36A3E}"/>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4">
              <a:extLst>
                <a:ext uri="{FF2B5EF4-FFF2-40B4-BE49-F238E27FC236}">
                  <a16:creationId xmlns:a16="http://schemas.microsoft.com/office/drawing/2014/main" id="{5725A1C4-EC91-4230-B1E1-835A79363B8A}"/>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5">
              <a:extLst>
                <a:ext uri="{FF2B5EF4-FFF2-40B4-BE49-F238E27FC236}">
                  <a16:creationId xmlns:a16="http://schemas.microsoft.com/office/drawing/2014/main" id="{F3CA7E94-BE88-41B1-A87F-84E702AEB7EA}"/>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16">
              <a:extLst>
                <a:ext uri="{FF2B5EF4-FFF2-40B4-BE49-F238E27FC236}">
                  <a16:creationId xmlns:a16="http://schemas.microsoft.com/office/drawing/2014/main" id="{8098E4F2-35A0-4832-B9B9-0BC2E4584621}"/>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17">
              <a:extLst>
                <a:ext uri="{FF2B5EF4-FFF2-40B4-BE49-F238E27FC236}">
                  <a16:creationId xmlns:a16="http://schemas.microsoft.com/office/drawing/2014/main" id="{68B148A6-F8AA-48C6-9E99-624E7C39FFEF}"/>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2" name="Freeform 18">
              <a:extLst>
                <a:ext uri="{FF2B5EF4-FFF2-40B4-BE49-F238E27FC236}">
                  <a16:creationId xmlns:a16="http://schemas.microsoft.com/office/drawing/2014/main" id="{F7D7D43B-5923-44FE-9B29-B6D482817134}"/>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3" name="Freeform 19">
              <a:extLst>
                <a:ext uri="{FF2B5EF4-FFF2-40B4-BE49-F238E27FC236}">
                  <a16:creationId xmlns:a16="http://schemas.microsoft.com/office/drawing/2014/main" id="{3EA4862C-2E73-455E-8F3D-1F3F1B67BB0F}"/>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8" name="Freeform 20">
              <a:extLst>
                <a:ext uri="{FF2B5EF4-FFF2-40B4-BE49-F238E27FC236}">
                  <a16:creationId xmlns:a16="http://schemas.microsoft.com/office/drawing/2014/main" id="{7807FCDA-939E-4337-885F-90CBB65E0E2B}"/>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9" name="Freeform 22">
              <a:extLst>
                <a:ext uri="{FF2B5EF4-FFF2-40B4-BE49-F238E27FC236}">
                  <a16:creationId xmlns:a16="http://schemas.microsoft.com/office/drawing/2014/main" id="{55CB998E-D5F0-4421-9D54-0324E6A52AF4}"/>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184204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2B9791E-9BA4-5146-8E12-8F89871D2BD3}"/>
              </a:ext>
            </a:extLst>
          </p:cNvPr>
          <p:cNvSpPr/>
          <p:nvPr userDrawn="1"/>
        </p:nvSpPr>
        <p:spPr>
          <a:xfrm>
            <a:off x="0" y="6650182"/>
            <a:ext cx="12192003" cy="207818"/>
          </a:xfrm>
          <a:prstGeom prst="rect">
            <a:avLst/>
          </a:prstGeom>
          <a:gradFill>
            <a:gsLst>
              <a:gs pos="0">
                <a:srgbClr val="95BF3F"/>
              </a:gs>
              <a:gs pos="100000">
                <a:srgbClr val="4B8F42">
                  <a:lumMod val="100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2"/>
          </a:p>
        </p:txBody>
      </p:sp>
      <p:sp>
        <p:nvSpPr>
          <p:cNvPr id="28" name="Freeform 22">
            <a:extLst>
              <a:ext uri="{FF2B5EF4-FFF2-40B4-BE49-F238E27FC236}">
                <a16:creationId xmlns:a16="http://schemas.microsoft.com/office/drawing/2014/main" id="{5A327AA7-C75F-3B47-9753-EB21C82A3976}"/>
              </a:ext>
            </a:extLst>
          </p:cNvPr>
          <p:cNvSpPr>
            <a:spLocks noChangeArrowheads="1"/>
          </p:cNvSpPr>
          <p:nvPr userDrawn="1"/>
        </p:nvSpPr>
        <p:spPr bwMode="auto">
          <a:xfrm>
            <a:off x="1095576" y="658892"/>
            <a:ext cx="295575" cy="37525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Shape 34">
            <a:extLst>
              <a:ext uri="{FF2B5EF4-FFF2-40B4-BE49-F238E27FC236}">
                <a16:creationId xmlns:a16="http://schemas.microsoft.com/office/drawing/2014/main" id="{30FC477D-F8DC-8C4C-BE7E-D29A30030211}"/>
              </a:ext>
            </a:extLst>
          </p:cNvPr>
          <p:cNvSpPr txBox="1">
            <a:spLocks noGrp="1"/>
          </p:cNvSpPr>
          <p:nvPr>
            <p:ph type="title" hasCustomPrompt="1"/>
          </p:nvPr>
        </p:nvSpPr>
        <p:spPr>
          <a:xfrm>
            <a:off x="1598018" y="0"/>
            <a:ext cx="9185351" cy="1034144"/>
          </a:xfrm>
          <a:prstGeom prst="rect">
            <a:avLst/>
          </a:prstGeom>
          <a:noFill/>
          <a:ln>
            <a:noFill/>
          </a:ln>
        </p:spPr>
        <p:txBody>
          <a:bodyPr spcFirstLastPara="1" wrap="square" lIns="0" tIns="0" rIns="0" bIns="0" anchor="b" anchorCtr="0"/>
          <a:lstStyle>
            <a:lvl1pPr marR="0" lvl="0" algn="l" rtl="0">
              <a:lnSpc>
                <a:spcPct val="90000"/>
              </a:lnSpc>
              <a:spcBef>
                <a:spcPts val="0"/>
              </a:spcBef>
              <a:spcAft>
                <a:spcPts val="0"/>
              </a:spcAft>
              <a:buClr>
                <a:srgbClr val="000000"/>
              </a:buClr>
              <a:buSzPts val="5300"/>
              <a:buFont typeface="Arial"/>
              <a:buNone/>
              <a:defRPr sz="3000" b="1" i="0" u="none" strike="noStrike" cap="none" dirty="0">
                <a:solidFill>
                  <a:schemeClr val="accent1"/>
                </a:solidFill>
                <a:latin typeface="Arial" panose="020B0604020202020204" pitchFamily="34" charset="0"/>
                <a:ea typeface="Arial"/>
                <a:cs typeface="Arial" panose="020B0604020202020204" pitchFamily="34" charset="0"/>
                <a:sym typeface="Arial"/>
              </a:defRPr>
            </a:lvl1pPr>
            <a:lvl2pPr lvl="1">
              <a:spcBef>
                <a:spcPts val="0"/>
              </a:spcBef>
              <a:spcAft>
                <a:spcPts val="0"/>
              </a:spcAft>
              <a:buSzPts val="1700"/>
              <a:buNone/>
              <a:defRPr sz="1833"/>
            </a:lvl2pPr>
            <a:lvl3pPr lvl="2">
              <a:spcBef>
                <a:spcPts val="0"/>
              </a:spcBef>
              <a:spcAft>
                <a:spcPts val="0"/>
              </a:spcAft>
              <a:buSzPts val="1700"/>
              <a:buNone/>
              <a:defRPr sz="1833"/>
            </a:lvl3pPr>
            <a:lvl4pPr lvl="3">
              <a:spcBef>
                <a:spcPts val="0"/>
              </a:spcBef>
              <a:spcAft>
                <a:spcPts val="0"/>
              </a:spcAft>
              <a:buSzPts val="1700"/>
              <a:buNone/>
              <a:defRPr sz="1833"/>
            </a:lvl4pPr>
            <a:lvl5pPr lvl="4">
              <a:spcBef>
                <a:spcPts val="0"/>
              </a:spcBef>
              <a:spcAft>
                <a:spcPts val="0"/>
              </a:spcAft>
              <a:buSzPts val="1700"/>
              <a:buNone/>
              <a:defRPr sz="1833"/>
            </a:lvl5pPr>
            <a:lvl6pPr lvl="5">
              <a:spcBef>
                <a:spcPts val="0"/>
              </a:spcBef>
              <a:spcAft>
                <a:spcPts val="0"/>
              </a:spcAft>
              <a:buSzPts val="1700"/>
              <a:buNone/>
              <a:defRPr sz="1833"/>
            </a:lvl6pPr>
            <a:lvl7pPr lvl="6">
              <a:spcBef>
                <a:spcPts val="0"/>
              </a:spcBef>
              <a:spcAft>
                <a:spcPts val="0"/>
              </a:spcAft>
              <a:buSzPts val="1700"/>
              <a:buNone/>
              <a:defRPr sz="1833"/>
            </a:lvl7pPr>
            <a:lvl8pPr lvl="7">
              <a:spcBef>
                <a:spcPts val="0"/>
              </a:spcBef>
              <a:spcAft>
                <a:spcPts val="0"/>
              </a:spcAft>
              <a:buSzPts val="1700"/>
              <a:buNone/>
              <a:defRPr sz="1833"/>
            </a:lvl8pPr>
            <a:lvl9pPr lvl="8">
              <a:spcBef>
                <a:spcPts val="0"/>
              </a:spcBef>
              <a:spcAft>
                <a:spcPts val="0"/>
              </a:spcAft>
              <a:buSzPts val="1700"/>
              <a:buNone/>
              <a:defRPr sz="1833"/>
            </a:lvl9pPr>
          </a:lstStyle>
          <a:p>
            <a:r>
              <a:rPr lang="en-US"/>
              <a:t>Content Slide</a:t>
            </a:r>
            <a:endParaRPr/>
          </a:p>
        </p:txBody>
      </p:sp>
      <p:grpSp>
        <p:nvGrpSpPr>
          <p:cNvPr id="30" name="Group 29">
            <a:extLst>
              <a:ext uri="{FF2B5EF4-FFF2-40B4-BE49-F238E27FC236}">
                <a16:creationId xmlns:a16="http://schemas.microsoft.com/office/drawing/2014/main" id="{71BC673A-281D-4746-ABDC-B4F19EE8FC07}"/>
              </a:ext>
            </a:extLst>
          </p:cNvPr>
          <p:cNvGrpSpPr/>
          <p:nvPr userDrawn="1"/>
        </p:nvGrpSpPr>
        <p:grpSpPr>
          <a:xfrm>
            <a:off x="11024221" y="377346"/>
            <a:ext cx="810109" cy="182435"/>
            <a:chOff x="12170218" y="900113"/>
            <a:chExt cx="2192338" cy="493712"/>
          </a:xfrm>
        </p:grpSpPr>
        <p:sp>
          <p:nvSpPr>
            <p:cNvPr id="31" name="Freeform 13">
              <a:extLst>
                <a:ext uri="{FF2B5EF4-FFF2-40B4-BE49-F238E27FC236}">
                  <a16:creationId xmlns:a16="http://schemas.microsoft.com/office/drawing/2014/main" id="{DE5227FB-F9BE-4E10-93C7-286825D20F43}"/>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4">
              <a:extLst>
                <a:ext uri="{FF2B5EF4-FFF2-40B4-BE49-F238E27FC236}">
                  <a16:creationId xmlns:a16="http://schemas.microsoft.com/office/drawing/2014/main" id="{865D2C12-84F9-408B-BB5B-4E2CB328B010}"/>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3" name="Freeform 15">
              <a:extLst>
                <a:ext uri="{FF2B5EF4-FFF2-40B4-BE49-F238E27FC236}">
                  <a16:creationId xmlns:a16="http://schemas.microsoft.com/office/drawing/2014/main" id="{013910CB-3123-453D-8BEA-90470D72661D}"/>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6">
              <a:extLst>
                <a:ext uri="{FF2B5EF4-FFF2-40B4-BE49-F238E27FC236}">
                  <a16:creationId xmlns:a16="http://schemas.microsoft.com/office/drawing/2014/main" id="{5D6DE54A-5631-4CD4-9EB8-6B7DCFEFD094}"/>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7">
              <a:extLst>
                <a:ext uri="{FF2B5EF4-FFF2-40B4-BE49-F238E27FC236}">
                  <a16:creationId xmlns:a16="http://schemas.microsoft.com/office/drawing/2014/main" id="{6BB75233-BFE8-4A96-B473-19DFA092B849}"/>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8">
              <a:extLst>
                <a:ext uri="{FF2B5EF4-FFF2-40B4-BE49-F238E27FC236}">
                  <a16:creationId xmlns:a16="http://schemas.microsoft.com/office/drawing/2014/main" id="{60F5FE31-82BA-4A23-9AB7-51FAE6E9AC95}"/>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9">
              <a:extLst>
                <a:ext uri="{FF2B5EF4-FFF2-40B4-BE49-F238E27FC236}">
                  <a16:creationId xmlns:a16="http://schemas.microsoft.com/office/drawing/2014/main" id="{01C65D1D-2321-466C-90F3-370C92AE9219}"/>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20">
              <a:extLst>
                <a:ext uri="{FF2B5EF4-FFF2-40B4-BE49-F238E27FC236}">
                  <a16:creationId xmlns:a16="http://schemas.microsoft.com/office/drawing/2014/main" id="{7110606E-FB6E-498A-984A-52BCA5FB2F08}"/>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2">
              <a:extLst>
                <a:ext uri="{FF2B5EF4-FFF2-40B4-BE49-F238E27FC236}">
                  <a16:creationId xmlns:a16="http://schemas.microsoft.com/office/drawing/2014/main" id="{2E7F3D35-E501-4056-84BD-AB64685EB530}"/>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137371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2B9791E-9BA4-5146-8E12-8F89871D2BD3}"/>
              </a:ext>
            </a:extLst>
          </p:cNvPr>
          <p:cNvSpPr/>
          <p:nvPr userDrawn="1"/>
        </p:nvSpPr>
        <p:spPr>
          <a:xfrm>
            <a:off x="0" y="6650182"/>
            <a:ext cx="12192003" cy="207818"/>
          </a:xfrm>
          <a:prstGeom prst="rect">
            <a:avLst/>
          </a:prstGeom>
          <a:gradFill>
            <a:gsLst>
              <a:gs pos="0">
                <a:srgbClr val="95BF3F"/>
              </a:gs>
              <a:gs pos="100000">
                <a:srgbClr val="4B8F42">
                  <a:lumMod val="100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2"/>
          </a:p>
        </p:txBody>
      </p:sp>
      <p:sp>
        <p:nvSpPr>
          <p:cNvPr id="28" name="Freeform 22">
            <a:extLst>
              <a:ext uri="{FF2B5EF4-FFF2-40B4-BE49-F238E27FC236}">
                <a16:creationId xmlns:a16="http://schemas.microsoft.com/office/drawing/2014/main" id="{5A327AA7-C75F-3B47-9753-EB21C82A3976}"/>
              </a:ext>
            </a:extLst>
          </p:cNvPr>
          <p:cNvSpPr>
            <a:spLocks noChangeArrowheads="1"/>
          </p:cNvSpPr>
          <p:nvPr userDrawn="1"/>
        </p:nvSpPr>
        <p:spPr bwMode="auto">
          <a:xfrm>
            <a:off x="1214795" y="463577"/>
            <a:ext cx="295575" cy="37525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sp>
        <p:nvSpPr>
          <p:cNvPr id="29" name="Shape 34">
            <a:extLst>
              <a:ext uri="{FF2B5EF4-FFF2-40B4-BE49-F238E27FC236}">
                <a16:creationId xmlns:a16="http://schemas.microsoft.com/office/drawing/2014/main" id="{30FC477D-F8DC-8C4C-BE7E-D29A30030211}"/>
              </a:ext>
            </a:extLst>
          </p:cNvPr>
          <p:cNvSpPr txBox="1">
            <a:spLocks noGrp="1"/>
          </p:cNvSpPr>
          <p:nvPr>
            <p:ph type="title" hasCustomPrompt="1"/>
          </p:nvPr>
        </p:nvSpPr>
        <p:spPr>
          <a:xfrm>
            <a:off x="1598018" y="0"/>
            <a:ext cx="9185351" cy="850185"/>
          </a:xfrm>
          <a:prstGeom prst="rect">
            <a:avLst/>
          </a:prstGeom>
          <a:noFill/>
          <a:ln>
            <a:noFill/>
          </a:ln>
        </p:spPr>
        <p:txBody>
          <a:bodyPr spcFirstLastPara="1" wrap="square" lIns="0" tIns="0" rIns="0" bIns="0" anchor="b" anchorCtr="0"/>
          <a:lstStyle>
            <a:lvl1pPr marR="0" lvl="0" algn="l" rtl="0">
              <a:lnSpc>
                <a:spcPct val="90000"/>
              </a:lnSpc>
              <a:spcBef>
                <a:spcPts val="0"/>
              </a:spcBef>
              <a:spcAft>
                <a:spcPts val="0"/>
              </a:spcAft>
              <a:buClr>
                <a:srgbClr val="000000"/>
              </a:buClr>
              <a:buSzPts val="5300"/>
              <a:buFont typeface="Arial"/>
              <a:buNone/>
              <a:defRPr sz="3000" b="1" i="0" u="none" strike="noStrike" cap="none" dirty="0">
                <a:solidFill>
                  <a:schemeClr val="accent1"/>
                </a:solidFill>
                <a:latin typeface="Arial" panose="020B0604020202020204" pitchFamily="34" charset="0"/>
                <a:ea typeface="Arial"/>
                <a:cs typeface="Arial" panose="020B0604020202020204" pitchFamily="34" charset="0"/>
                <a:sym typeface="Arial"/>
              </a:defRPr>
            </a:lvl1pPr>
            <a:lvl2pPr lvl="1">
              <a:spcBef>
                <a:spcPts val="0"/>
              </a:spcBef>
              <a:spcAft>
                <a:spcPts val="0"/>
              </a:spcAft>
              <a:buSzPts val="1700"/>
              <a:buNone/>
              <a:defRPr sz="1833"/>
            </a:lvl2pPr>
            <a:lvl3pPr lvl="2">
              <a:spcBef>
                <a:spcPts val="0"/>
              </a:spcBef>
              <a:spcAft>
                <a:spcPts val="0"/>
              </a:spcAft>
              <a:buSzPts val="1700"/>
              <a:buNone/>
              <a:defRPr sz="1833"/>
            </a:lvl3pPr>
            <a:lvl4pPr lvl="3">
              <a:spcBef>
                <a:spcPts val="0"/>
              </a:spcBef>
              <a:spcAft>
                <a:spcPts val="0"/>
              </a:spcAft>
              <a:buSzPts val="1700"/>
              <a:buNone/>
              <a:defRPr sz="1833"/>
            </a:lvl4pPr>
            <a:lvl5pPr lvl="4">
              <a:spcBef>
                <a:spcPts val="0"/>
              </a:spcBef>
              <a:spcAft>
                <a:spcPts val="0"/>
              </a:spcAft>
              <a:buSzPts val="1700"/>
              <a:buNone/>
              <a:defRPr sz="1833"/>
            </a:lvl5pPr>
            <a:lvl6pPr lvl="5">
              <a:spcBef>
                <a:spcPts val="0"/>
              </a:spcBef>
              <a:spcAft>
                <a:spcPts val="0"/>
              </a:spcAft>
              <a:buSzPts val="1700"/>
              <a:buNone/>
              <a:defRPr sz="1833"/>
            </a:lvl6pPr>
            <a:lvl7pPr lvl="6">
              <a:spcBef>
                <a:spcPts val="0"/>
              </a:spcBef>
              <a:spcAft>
                <a:spcPts val="0"/>
              </a:spcAft>
              <a:buSzPts val="1700"/>
              <a:buNone/>
              <a:defRPr sz="1833"/>
            </a:lvl7pPr>
            <a:lvl8pPr lvl="7">
              <a:spcBef>
                <a:spcPts val="0"/>
              </a:spcBef>
              <a:spcAft>
                <a:spcPts val="0"/>
              </a:spcAft>
              <a:buSzPts val="1700"/>
              <a:buNone/>
              <a:defRPr sz="1833"/>
            </a:lvl8pPr>
            <a:lvl9pPr lvl="8">
              <a:spcBef>
                <a:spcPts val="0"/>
              </a:spcBef>
              <a:spcAft>
                <a:spcPts val="0"/>
              </a:spcAft>
              <a:buSzPts val="1700"/>
              <a:buNone/>
              <a:defRPr sz="1833"/>
            </a:lvl9pPr>
          </a:lstStyle>
          <a:p>
            <a:r>
              <a:rPr lang="en-US"/>
              <a:t>Content Slide</a:t>
            </a:r>
            <a:endParaRPr/>
          </a:p>
        </p:txBody>
      </p:sp>
      <p:sp>
        <p:nvSpPr>
          <p:cNvPr id="30" name="Text Placeholder 3">
            <a:extLst>
              <a:ext uri="{FF2B5EF4-FFF2-40B4-BE49-F238E27FC236}">
                <a16:creationId xmlns:a16="http://schemas.microsoft.com/office/drawing/2014/main" id="{D51C88C0-A5D6-4E4B-A870-94FA66FAD807}"/>
              </a:ext>
            </a:extLst>
          </p:cNvPr>
          <p:cNvSpPr>
            <a:spLocks noGrp="1"/>
          </p:cNvSpPr>
          <p:nvPr>
            <p:ph type="body" sz="quarter" idx="10"/>
          </p:nvPr>
        </p:nvSpPr>
        <p:spPr>
          <a:xfrm>
            <a:off x="1624171" y="1804496"/>
            <a:ext cx="9950293" cy="4355005"/>
          </a:xfrm>
          <a:prstGeom prst="rect">
            <a:avLst/>
          </a:prstGeom>
        </p:spPr>
        <p:txBody>
          <a:bodyPr lIns="0" tIns="0" rIns="0" bIns="0"/>
          <a:lstStyle>
            <a:lvl1pPr marL="0" marR="0" indent="0" algn="l" rtl="0">
              <a:lnSpc>
                <a:spcPct val="150000"/>
              </a:lnSpc>
              <a:spcBef>
                <a:spcPts val="0"/>
              </a:spcBef>
              <a:spcAft>
                <a:spcPts val="0"/>
              </a:spcAft>
              <a:buClr>
                <a:srgbClr val="000000"/>
              </a:buClr>
              <a:buFont typeface="Arial"/>
              <a:buNone/>
              <a:defRPr lang="en-US" sz="1200" b="1" i="0" u="none" strike="noStrike" cap="all" baseline="0" dirty="0" smtClean="0">
                <a:solidFill>
                  <a:schemeClr val="accent1"/>
                </a:solidFill>
                <a:latin typeface="Arial" panose="020B0604020202020204" pitchFamily="34" charset="0"/>
                <a:ea typeface="Arial"/>
                <a:cs typeface="Arial" panose="020B0604020202020204" pitchFamily="34" charset="0"/>
                <a:sym typeface="Arial"/>
              </a:defRPr>
            </a:lvl1pPr>
            <a:lvl2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smtClean="0">
                <a:solidFill>
                  <a:schemeClr val="accent1"/>
                </a:solidFill>
                <a:latin typeface="Arial" panose="020B0604020202020204" pitchFamily="34" charset="0"/>
                <a:ea typeface="Arial"/>
                <a:cs typeface="Arial" panose="020B0604020202020204" pitchFamily="34" charset="0"/>
                <a:sym typeface="Arial"/>
              </a:defRPr>
            </a:lvl2pPr>
            <a:lvl3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smtClean="0">
                <a:solidFill>
                  <a:schemeClr val="accent1"/>
                </a:solidFill>
                <a:latin typeface="Arial" panose="020B0604020202020204" pitchFamily="34" charset="0"/>
                <a:ea typeface="Arial"/>
                <a:cs typeface="Arial" panose="020B0604020202020204" pitchFamily="34" charset="0"/>
                <a:sym typeface="Arial"/>
              </a:defRPr>
            </a:lvl3pPr>
            <a:lvl4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smtClean="0">
                <a:solidFill>
                  <a:schemeClr val="accent1"/>
                </a:solidFill>
                <a:latin typeface="Arial" panose="020B0604020202020204" pitchFamily="34" charset="0"/>
                <a:ea typeface="Arial"/>
                <a:cs typeface="Arial" panose="020B0604020202020204" pitchFamily="34" charset="0"/>
                <a:sym typeface="Arial"/>
              </a:defRPr>
            </a:lvl4pPr>
            <a:lvl5pPr marL="290506" marR="0" indent="-173034" algn="l" rtl="0">
              <a:lnSpc>
                <a:spcPct val="150000"/>
              </a:lnSpc>
              <a:spcBef>
                <a:spcPts val="0"/>
              </a:spcBef>
              <a:spcAft>
                <a:spcPts val="0"/>
              </a:spcAft>
              <a:buClr>
                <a:schemeClr val="accent2"/>
              </a:buClr>
              <a:buSzPct val="125000"/>
              <a:buFont typeface="Arial" panose="020B0604020202020204" pitchFamily="34" charset="0"/>
              <a:buChar char="•"/>
              <a:tabLst/>
              <a:defRPr lang="en-US" sz="1200" b="0" i="0" u="none" strike="noStrike" cap="none" dirty="0">
                <a:solidFill>
                  <a:schemeClr val="accent1"/>
                </a:solidFill>
                <a:latin typeface="Arial" panose="020B0604020202020204" pitchFamily="34" charset="0"/>
                <a:ea typeface="Arial"/>
                <a:cs typeface="Arial" panose="020B0604020202020204" pitchFamily="34" charset="0"/>
                <a:sym typeface="Aria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1" name="Group 30">
            <a:extLst>
              <a:ext uri="{FF2B5EF4-FFF2-40B4-BE49-F238E27FC236}">
                <a16:creationId xmlns:a16="http://schemas.microsoft.com/office/drawing/2014/main" id="{00064435-5D14-434A-A6EC-67DC4D1B1243}"/>
              </a:ext>
            </a:extLst>
          </p:cNvPr>
          <p:cNvGrpSpPr/>
          <p:nvPr userDrawn="1"/>
        </p:nvGrpSpPr>
        <p:grpSpPr>
          <a:xfrm>
            <a:off x="11024221" y="377346"/>
            <a:ext cx="810109" cy="182435"/>
            <a:chOff x="12170218" y="900113"/>
            <a:chExt cx="2192338" cy="493712"/>
          </a:xfrm>
        </p:grpSpPr>
        <p:sp>
          <p:nvSpPr>
            <p:cNvPr id="32" name="Freeform 13">
              <a:extLst>
                <a:ext uri="{FF2B5EF4-FFF2-40B4-BE49-F238E27FC236}">
                  <a16:creationId xmlns:a16="http://schemas.microsoft.com/office/drawing/2014/main" id="{E90155CA-A5D7-48CB-8EF9-E1ECC55A68E5}"/>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3" name="Freeform 14">
              <a:extLst>
                <a:ext uri="{FF2B5EF4-FFF2-40B4-BE49-F238E27FC236}">
                  <a16:creationId xmlns:a16="http://schemas.microsoft.com/office/drawing/2014/main" id="{02FB5E9E-EAAF-42A8-B7C6-A36930F6CAF6}"/>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5">
              <a:extLst>
                <a:ext uri="{FF2B5EF4-FFF2-40B4-BE49-F238E27FC236}">
                  <a16:creationId xmlns:a16="http://schemas.microsoft.com/office/drawing/2014/main" id="{51963B32-6489-45AF-9D55-97DBE30EB61A}"/>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6">
              <a:extLst>
                <a:ext uri="{FF2B5EF4-FFF2-40B4-BE49-F238E27FC236}">
                  <a16:creationId xmlns:a16="http://schemas.microsoft.com/office/drawing/2014/main" id="{DBF5CF9A-99AF-40C1-9B12-5F08AA674E2E}"/>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17">
              <a:extLst>
                <a:ext uri="{FF2B5EF4-FFF2-40B4-BE49-F238E27FC236}">
                  <a16:creationId xmlns:a16="http://schemas.microsoft.com/office/drawing/2014/main" id="{DD217742-8701-45D9-8ECB-C3EA503637CE}"/>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18">
              <a:extLst>
                <a:ext uri="{FF2B5EF4-FFF2-40B4-BE49-F238E27FC236}">
                  <a16:creationId xmlns:a16="http://schemas.microsoft.com/office/drawing/2014/main" id="{4A20C1B7-036A-4D7B-A02F-03335FA2F0E3}"/>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8" name="Freeform 19">
              <a:extLst>
                <a:ext uri="{FF2B5EF4-FFF2-40B4-BE49-F238E27FC236}">
                  <a16:creationId xmlns:a16="http://schemas.microsoft.com/office/drawing/2014/main" id="{A9FD5DD2-C83C-42ED-9185-92990B9381E0}"/>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9" name="Freeform 20">
              <a:extLst>
                <a:ext uri="{FF2B5EF4-FFF2-40B4-BE49-F238E27FC236}">
                  <a16:creationId xmlns:a16="http://schemas.microsoft.com/office/drawing/2014/main" id="{31CCD6A5-54BC-497D-BC93-ECDC4D727A8D}"/>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40" name="Freeform 22">
              <a:extLst>
                <a:ext uri="{FF2B5EF4-FFF2-40B4-BE49-F238E27FC236}">
                  <a16:creationId xmlns:a16="http://schemas.microsoft.com/office/drawing/2014/main" id="{B3D8AC6D-82EF-41DA-9FD6-B49E8D93D066}"/>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409116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Shape 32">
            <a:extLst>
              <a:ext uri="{FF2B5EF4-FFF2-40B4-BE49-F238E27FC236}">
                <a16:creationId xmlns:a16="http://schemas.microsoft.com/office/drawing/2014/main" id="{4FADA17E-AD76-3F4D-BBCA-BAB7E8014531}"/>
              </a:ext>
            </a:extLst>
          </p:cNvPr>
          <p:cNvPicPr preferRelativeResize="0"/>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27" name="Freeform 22">
            <a:extLst>
              <a:ext uri="{FF2B5EF4-FFF2-40B4-BE49-F238E27FC236}">
                <a16:creationId xmlns:a16="http://schemas.microsoft.com/office/drawing/2014/main" id="{0C4FA515-7641-CB4C-9CF3-F74B0A75001F}"/>
              </a:ext>
            </a:extLst>
          </p:cNvPr>
          <p:cNvSpPr>
            <a:spLocks noChangeArrowheads="1"/>
          </p:cNvSpPr>
          <p:nvPr userDrawn="1"/>
        </p:nvSpPr>
        <p:spPr bwMode="auto">
          <a:xfrm>
            <a:off x="3667049" y="376682"/>
            <a:ext cx="4857855" cy="6167362"/>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95BF3F"/>
              </a:gs>
              <a:gs pos="100000">
                <a:srgbClr val="4B8F42">
                  <a:lumMod val="100000"/>
                  <a:alpha val="85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nvGrpSpPr>
          <p:cNvPr id="28" name="Group 27">
            <a:extLst>
              <a:ext uri="{FF2B5EF4-FFF2-40B4-BE49-F238E27FC236}">
                <a16:creationId xmlns:a16="http://schemas.microsoft.com/office/drawing/2014/main" id="{4AD6E9D1-04DB-41E1-94B1-05EBC89B5FB7}"/>
              </a:ext>
            </a:extLst>
          </p:cNvPr>
          <p:cNvGrpSpPr/>
          <p:nvPr userDrawn="1"/>
        </p:nvGrpSpPr>
        <p:grpSpPr>
          <a:xfrm>
            <a:off x="11024221" y="377346"/>
            <a:ext cx="810109" cy="182435"/>
            <a:chOff x="12170218" y="900113"/>
            <a:chExt cx="2192338" cy="493712"/>
          </a:xfrm>
        </p:grpSpPr>
        <p:sp>
          <p:nvSpPr>
            <p:cNvPr id="29" name="Freeform 13">
              <a:extLst>
                <a:ext uri="{FF2B5EF4-FFF2-40B4-BE49-F238E27FC236}">
                  <a16:creationId xmlns:a16="http://schemas.microsoft.com/office/drawing/2014/main" id="{3240BB3E-52D3-4364-9C41-895FDEA75AE9}"/>
                </a:ext>
              </a:extLst>
            </p:cNvPr>
            <p:cNvSpPr>
              <a:spLocks noChangeArrowheads="1"/>
            </p:cNvSpPr>
            <p:nvPr/>
          </p:nvSpPr>
          <p:spPr bwMode="auto">
            <a:xfrm>
              <a:off x="12478193" y="925513"/>
              <a:ext cx="161925" cy="446087"/>
            </a:xfrm>
            <a:custGeom>
              <a:avLst/>
              <a:gdLst>
                <a:gd name="T0" fmla="*/ 0 w 449"/>
                <a:gd name="T1" fmla="*/ 939 h 1238"/>
                <a:gd name="T2" fmla="*/ 172 w 449"/>
                <a:gd name="T3" fmla="*/ 1237 h 1238"/>
                <a:gd name="T4" fmla="*/ 440 w 449"/>
                <a:gd name="T5" fmla="*/ 208 h 1238"/>
                <a:gd name="T6" fmla="*/ 443 w 449"/>
                <a:gd name="T7" fmla="*/ 200 h 1238"/>
                <a:gd name="T8" fmla="*/ 448 w 449"/>
                <a:gd name="T9" fmla="*/ 163 h 1238"/>
                <a:gd name="T10" fmla="*/ 245 w 449"/>
                <a:gd name="T11" fmla="*/ 0 h 1238"/>
                <a:gd name="T12" fmla="*/ 0 w 449"/>
                <a:gd name="T13" fmla="*/ 939 h 1238"/>
              </a:gdLst>
              <a:ahLst/>
              <a:cxnLst>
                <a:cxn ang="0">
                  <a:pos x="T0" y="T1"/>
                </a:cxn>
                <a:cxn ang="0">
                  <a:pos x="T2" y="T3"/>
                </a:cxn>
                <a:cxn ang="0">
                  <a:pos x="T4" y="T5"/>
                </a:cxn>
                <a:cxn ang="0">
                  <a:pos x="T6" y="T7"/>
                </a:cxn>
                <a:cxn ang="0">
                  <a:pos x="T8" y="T9"/>
                </a:cxn>
                <a:cxn ang="0">
                  <a:pos x="T10" y="T11"/>
                </a:cxn>
                <a:cxn ang="0">
                  <a:pos x="T12" y="T13"/>
                </a:cxn>
              </a:cxnLst>
              <a:rect l="0" t="0" r="r" b="b"/>
              <a:pathLst>
                <a:path w="449" h="1238">
                  <a:moveTo>
                    <a:pt x="0" y="939"/>
                  </a:moveTo>
                  <a:cubicBezTo>
                    <a:pt x="51" y="1066"/>
                    <a:pt x="96" y="1168"/>
                    <a:pt x="172" y="1237"/>
                  </a:cubicBezTo>
                  <a:lnTo>
                    <a:pt x="440" y="208"/>
                  </a:lnTo>
                  <a:lnTo>
                    <a:pt x="443" y="200"/>
                  </a:lnTo>
                  <a:cubicBezTo>
                    <a:pt x="446" y="189"/>
                    <a:pt x="448" y="175"/>
                    <a:pt x="448" y="163"/>
                  </a:cubicBezTo>
                  <a:cubicBezTo>
                    <a:pt x="448" y="64"/>
                    <a:pt x="361" y="2"/>
                    <a:pt x="245" y="0"/>
                  </a:cubicBezTo>
                  <a:lnTo>
                    <a:pt x="0" y="939"/>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0" name="Freeform 14">
              <a:extLst>
                <a:ext uri="{FF2B5EF4-FFF2-40B4-BE49-F238E27FC236}">
                  <a16:creationId xmlns:a16="http://schemas.microsoft.com/office/drawing/2014/main" id="{59BC3A72-14DF-46A8-9C7A-7867248F2EF2}"/>
                </a:ext>
              </a:extLst>
            </p:cNvPr>
            <p:cNvSpPr>
              <a:spLocks noChangeArrowheads="1"/>
            </p:cNvSpPr>
            <p:nvPr/>
          </p:nvSpPr>
          <p:spPr bwMode="auto">
            <a:xfrm>
              <a:off x="12171806" y="1133475"/>
              <a:ext cx="128587" cy="247650"/>
            </a:xfrm>
            <a:custGeom>
              <a:avLst/>
              <a:gdLst>
                <a:gd name="T0" fmla="*/ 0 w 357"/>
                <a:gd name="T1" fmla="*/ 687 h 688"/>
                <a:gd name="T2" fmla="*/ 252 w 357"/>
                <a:gd name="T3" fmla="*/ 687 h 688"/>
                <a:gd name="T4" fmla="*/ 356 w 357"/>
                <a:gd name="T5" fmla="*/ 290 h 688"/>
                <a:gd name="T6" fmla="*/ 181 w 357"/>
                <a:gd name="T7" fmla="*/ 0 h 688"/>
                <a:gd name="T8" fmla="*/ 0 w 357"/>
                <a:gd name="T9" fmla="*/ 687 h 688"/>
              </a:gdLst>
              <a:ahLst/>
              <a:cxnLst>
                <a:cxn ang="0">
                  <a:pos x="T0" y="T1"/>
                </a:cxn>
                <a:cxn ang="0">
                  <a:pos x="T2" y="T3"/>
                </a:cxn>
                <a:cxn ang="0">
                  <a:pos x="T4" y="T5"/>
                </a:cxn>
                <a:cxn ang="0">
                  <a:pos x="T6" y="T7"/>
                </a:cxn>
                <a:cxn ang="0">
                  <a:pos x="T8" y="T9"/>
                </a:cxn>
              </a:cxnLst>
              <a:rect l="0" t="0" r="r" b="b"/>
              <a:pathLst>
                <a:path w="357" h="688">
                  <a:moveTo>
                    <a:pt x="0" y="687"/>
                  </a:moveTo>
                  <a:lnTo>
                    <a:pt x="252" y="687"/>
                  </a:lnTo>
                  <a:lnTo>
                    <a:pt x="356" y="290"/>
                  </a:lnTo>
                  <a:cubicBezTo>
                    <a:pt x="308" y="158"/>
                    <a:pt x="260" y="56"/>
                    <a:pt x="181" y="0"/>
                  </a:cubicBezTo>
                  <a:lnTo>
                    <a:pt x="0" y="687"/>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1" name="Freeform 15">
              <a:extLst>
                <a:ext uri="{FF2B5EF4-FFF2-40B4-BE49-F238E27FC236}">
                  <a16:creationId xmlns:a16="http://schemas.microsoft.com/office/drawing/2014/main" id="{08E427C6-62FD-4747-97E3-FD3782BC4BB8}"/>
                </a:ext>
              </a:extLst>
            </p:cNvPr>
            <p:cNvSpPr>
              <a:spLocks noChangeArrowheads="1"/>
            </p:cNvSpPr>
            <p:nvPr/>
          </p:nvSpPr>
          <p:spPr bwMode="auto">
            <a:xfrm>
              <a:off x="12630593" y="1052513"/>
              <a:ext cx="352425" cy="333375"/>
            </a:xfrm>
            <a:custGeom>
              <a:avLst/>
              <a:gdLst>
                <a:gd name="T0" fmla="*/ 767 w 977"/>
                <a:gd name="T1" fmla="*/ 910 h 925"/>
                <a:gd name="T2" fmla="*/ 595 w 977"/>
                <a:gd name="T3" fmla="*/ 910 h 925"/>
                <a:gd name="T4" fmla="*/ 542 w 977"/>
                <a:gd name="T5" fmla="*/ 885 h 925"/>
                <a:gd name="T6" fmla="*/ 550 w 977"/>
                <a:gd name="T7" fmla="*/ 810 h 925"/>
                <a:gd name="T8" fmla="*/ 429 w 977"/>
                <a:gd name="T9" fmla="*/ 888 h 925"/>
                <a:gd name="T10" fmla="*/ 237 w 977"/>
                <a:gd name="T11" fmla="*/ 924 h 925"/>
                <a:gd name="T12" fmla="*/ 51 w 977"/>
                <a:gd name="T13" fmla="*/ 871 h 925"/>
                <a:gd name="T14" fmla="*/ 3 w 977"/>
                <a:gd name="T15" fmla="*/ 731 h 925"/>
                <a:gd name="T16" fmla="*/ 14 w 977"/>
                <a:gd name="T17" fmla="*/ 635 h 925"/>
                <a:gd name="T18" fmla="*/ 37 w 977"/>
                <a:gd name="T19" fmla="*/ 533 h 925"/>
                <a:gd name="T20" fmla="*/ 172 w 977"/>
                <a:gd name="T21" fmla="*/ 9 h 925"/>
                <a:gd name="T22" fmla="*/ 203 w 977"/>
                <a:gd name="T23" fmla="*/ 3 h 925"/>
                <a:gd name="T24" fmla="*/ 262 w 977"/>
                <a:gd name="T25" fmla="*/ 0 h 925"/>
                <a:gd name="T26" fmla="*/ 322 w 977"/>
                <a:gd name="T27" fmla="*/ 6 h 925"/>
                <a:gd name="T28" fmla="*/ 372 w 977"/>
                <a:gd name="T29" fmla="*/ 28 h 925"/>
                <a:gd name="T30" fmla="*/ 401 w 977"/>
                <a:gd name="T31" fmla="*/ 73 h 925"/>
                <a:gd name="T32" fmla="*/ 395 w 977"/>
                <a:gd name="T33" fmla="*/ 150 h 925"/>
                <a:gd name="T34" fmla="*/ 299 w 977"/>
                <a:gd name="T35" fmla="*/ 522 h 925"/>
                <a:gd name="T36" fmla="*/ 282 w 977"/>
                <a:gd name="T37" fmla="*/ 601 h 925"/>
                <a:gd name="T38" fmla="*/ 282 w 977"/>
                <a:gd name="T39" fmla="*/ 663 h 925"/>
                <a:gd name="T40" fmla="*/ 313 w 977"/>
                <a:gd name="T41" fmla="*/ 703 h 925"/>
                <a:gd name="T42" fmla="*/ 386 w 977"/>
                <a:gd name="T43" fmla="*/ 717 h 925"/>
                <a:gd name="T44" fmla="*/ 516 w 977"/>
                <a:gd name="T45" fmla="*/ 689 h 925"/>
                <a:gd name="T46" fmla="*/ 587 w 977"/>
                <a:gd name="T47" fmla="*/ 615 h 925"/>
                <a:gd name="T48" fmla="*/ 745 w 977"/>
                <a:gd name="T49" fmla="*/ 11 h 925"/>
                <a:gd name="T50" fmla="*/ 776 w 977"/>
                <a:gd name="T51" fmla="*/ 6 h 925"/>
                <a:gd name="T52" fmla="*/ 835 w 977"/>
                <a:gd name="T53" fmla="*/ 3 h 925"/>
                <a:gd name="T54" fmla="*/ 894 w 977"/>
                <a:gd name="T55" fmla="*/ 9 h 925"/>
                <a:gd name="T56" fmla="*/ 942 w 977"/>
                <a:gd name="T57" fmla="*/ 34 h 925"/>
                <a:gd name="T58" fmla="*/ 971 w 977"/>
                <a:gd name="T59" fmla="*/ 85 h 925"/>
                <a:gd name="T60" fmla="*/ 965 w 977"/>
                <a:gd name="T61" fmla="*/ 164 h 925"/>
                <a:gd name="T62" fmla="*/ 767 w 977"/>
                <a:gd name="T63" fmla="*/ 91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7" h="925">
                  <a:moveTo>
                    <a:pt x="767" y="910"/>
                  </a:moveTo>
                  <a:lnTo>
                    <a:pt x="595" y="910"/>
                  </a:lnTo>
                  <a:cubicBezTo>
                    <a:pt x="564" y="910"/>
                    <a:pt x="544" y="902"/>
                    <a:pt x="542" y="885"/>
                  </a:cubicBezTo>
                  <a:cubicBezTo>
                    <a:pt x="539" y="868"/>
                    <a:pt x="539" y="844"/>
                    <a:pt x="550" y="810"/>
                  </a:cubicBezTo>
                  <a:cubicBezTo>
                    <a:pt x="522" y="838"/>
                    <a:pt x="480" y="865"/>
                    <a:pt x="429" y="888"/>
                  </a:cubicBezTo>
                  <a:cubicBezTo>
                    <a:pt x="378" y="913"/>
                    <a:pt x="313" y="924"/>
                    <a:pt x="237" y="924"/>
                  </a:cubicBezTo>
                  <a:cubicBezTo>
                    <a:pt x="147" y="924"/>
                    <a:pt x="85" y="908"/>
                    <a:pt x="51" y="871"/>
                  </a:cubicBezTo>
                  <a:cubicBezTo>
                    <a:pt x="17" y="835"/>
                    <a:pt x="0" y="790"/>
                    <a:pt x="3" y="731"/>
                  </a:cubicBezTo>
                  <a:cubicBezTo>
                    <a:pt x="3" y="703"/>
                    <a:pt x="8" y="669"/>
                    <a:pt x="14" y="635"/>
                  </a:cubicBezTo>
                  <a:cubicBezTo>
                    <a:pt x="20" y="601"/>
                    <a:pt x="28" y="567"/>
                    <a:pt x="37" y="533"/>
                  </a:cubicBezTo>
                  <a:lnTo>
                    <a:pt x="172" y="9"/>
                  </a:lnTo>
                  <a:cubicBezTo>
                    <a:pt x="175" y="9"/>
                    <a:pt x="186" y="6"/>
                    <a:pt x="203" y="3"/>
                  </a:cubicBezTo>
                  <a:cubicBezTo>
                    <a:pt x="220" y="0"/>
                    <a:pt x="240" y="0"/>
                    <a:pt x="262" y="0"/>
                  </a:cubicBezTo>
                  <a:cubicBezTo>
                    <a:pt x="282" y="0"/>
                    <a:pt x="302" y="3"/>
                    <a:pt x="322" y="6"/>
                  </a:cubicBezTo>
                  <a:cubicBezTo>
                    <a:pt x="341" y="9"/>
                    <a:pt x="358" y="16"/>
                    <a:pt x="372" y="28"/>
                  </a:cubicBezTo>
                  <a:cubicBezTo>
                    <a:pt x="386" y="39"/>
                    <a:pt x="395" y="53"/>
                    <a:pt x="401" y="73"/>
                  </a:cubicBezTo>
                  <a:cubicBezTo>
                    <a:pt x="406" y="92"/>
                    <a:pt x="403" y="119"/>
                    <a:pt x="395" y="150"/>
                  </a:cubicBezTo>
                  <a:lnTo>
                    <a:pt x="299" y="522"/>
                  </a:lnTo>
                  <a:cubicBezTo>
                    <a:pt x="290" y="550"/>
                    <a:pt x="285" y="578"/>
                    <a:pt x="282" y="601"/>
                  </a:cubicBezTo>
                  <a:cubicBezTo>
                    <a:pt x="279" y="624"/>
                    <a:pt x="276" y="643"/>
                    <a:pt x="282" y="663"/>
                  </a:cubicBezTo>
                  <a:cubicBezTo>
                    <a:pt x="285" y="680"/>
                    <a:pt x="296" y="694"/>
                    <a:pt x="313" y="703"/>
                  </a:cubicBezTo>
                  <a:cubicBezTo>
                    <a:pt x="330" y="711"/>
                    <a:pt x="353" y="717"/>
                    <a:pt x="386" y="717"/>
                  </a:cubicBezTo>
                  <a:cubicBezTo>
                    <a:pt x="434" y="717"/>
                    <a:pt x="477" y="708"/>
                    <a:pt x="516" y="689"/>
                  </a:cubicBezTo>
                  <a:cubicBezTo>
                    <a:pt x="556" y="669"/>
                    <a:pt x="578" y="643"/>
                    <a:pt x="587" y="615"/>
                  </a:cubicBezTo>
                  <a:lnTo>
                    <a:pt x="745" y="11"/>
                  </a:lnTo>
                  <a:cubicBezTo>
                    <a:pt x="748" y="11"/>
                    <a:pt x="759" y="9"/>
                    <a:pt x="776" y="6"/>
                  </a:cubicBezTo>
                  <a:cubicBezTo>
                    <a:pt x="793" y="3"/>
                    <a:pt x="813" y="3"/>
                    <a:pt x="835" y="3"/>
                  </a:cubicBezTo>
                  <a:cubicBezTo>
                    <a:pt x="855" y="3"/>
                    <a:pt x="875" y="6"/>
                    <a:pt x="894" y="9"/>
                  </a:cubicBezTo>
                  <a:cubicBezTo>
                    <a:pt x="914" y="14"/>
                    <a:pt x="931" y="23"/>
                    <a:pt x="942" y="34"/>
                  </a:cubicBezTo>
                  <a:cubicBezTo>
                    <a:pt x="956" y="45"/>
                    <a:pt x="965" y="62"/>
                    <a:pt x="971" y="85"/>
                  </a:cubicBezTo>
                  <a:cubicBezTo>
                    <a:pt x="976" y="104"/>
                    <a:pt x="973" y="133"/>
                    <a:pt x="965" y="164"/>
                  </a:cubicBezTo>
                  <a:lnTo>
                    <a:pt x="767" y="910"/>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2" name="Freeform 16">
              <a:extLst>
                <a:ext uri="{FF2B5EF4-FFF2-40B4-BE49-F238E27FC236}">
                  <a16:creationId xmlns:a16="http://schemas.microsoft.com/office/drawing/2014/main" id="{D71D1996-FDF0-41EE-8572-72ED434D069D}"/>
                </a:ext>
              </a:extLst>
            </p:cNvPr>
            <p:cNvSpPr>
              <a:spLocks noChangeArrowheads="1"/>
            </p:cNvSpPr>
            <p:nvPr/>
          </p:nvSpPr>
          <p:spPr bwMode="auto">
            <a:xfrm>
              <a:off x="13002068" y="954088"/>
              <a:ext cx="252413" cy="436562"/>
            </a:xfrm>
            <a:custGeom>
              <a:avLst/>
              <a:gdLst>
                <a:gd name="T0" fmla="*/ 5 w 702"/>
                <a:gd name="T1" fmla="*/ 971 h 1211"/>
                <a:gd name="T2" fmla="*/ 22 w 702"/>
                <a:gd name="T3" fmla="*/ 886 h 1211"/>
                <a:gd name="T4" fmla="*/ 251 w 702"/>
                <a:gd name="T5" fmla="*/ 6 h 1211"/>
                <a:gd name="T6" fmla="*/ 279 w 702"/>
                <a:gd name="T7" fmla="*/ 3 h 1211"/>
                <a:gd name="T8" fmla="*/ 307 w 702"/>
                <a:gd name="T9" fmla="*/ 0 h 1211"/>
                <a:gd name="T10" fmla="*/ 338 w 702"/>
                <a:gd name="T11" fmla="*/ 0 h 1211"/>
                <a:gd name="T12" fmla="*/ 398 w 702"/>
                <a:gd name="T13" fmla="*/ 6 h 1211"/>
                <a:gd name="T14" fmla="*/ 446 w 702"/>
                <a:gd name="T15" fmla="*/ 29 h 1211"/>
                <a:gd name="T16" fmla="*/ 474 w 702"/>
                <a:gd name="T17" fmla="*/ 74 h 1211"/>
                <a:gd name="T18" fmla="*/ 468 w 702"/>
                <a:gd name="T19" fmla="*/ 150 h 1211"/>
                <a:gd name="T20" fmla="*/ 434 w 702"/>
                <a:gd name="T21" fmla="*/ 283 h 1211"/>
                <a:gd name="T22" fmla="*/ 701 w 702"/>
                <a:gd name="T23" fmla="*/ 283 h 1211"/>
                <a:gd name="T24" fmla="*/ 651 w 702"/>
                <a:gd name="T25" fmla="*/ 477 h 1211"/>
                <a:gd name="T26" fmla="*/ 384 w 702"/>
                <a:gd name="T27" fmla="*/ 477 h 1211"/>
                <a:gd name="T28" fmla="*/ 279 w 702"/>
                <a:gd name="T29" fmla="*/ 884 h 1211"/>
                <a:gd name="T30" fmla="*/ 353 w 702"/>
                <a:gd name="T31" fmla="*/ 1016 h 1211"/>
                <a:gd name="T32" fmla="*/ 406 w 702"/>
                <a:gd name="T33" fmla="*/ 1008 h 1211"/>
                <a:gd name="T34" fmla="*/ 454 w 702"/>
                <a:gd name="T35" fmla="*/ 988 h 1211"/>
                <a:gd name="T36" fmla="*/ 494 w 702"/>
                <a:gd name="T37" fmla="*/ 965 h 1211"/>
                <a:gd name="T38" fmla="*/ 516 w 702"/>
                <a:gd name="T39" fmla="*/ 948 h 1211"/>
                <a:gd name="T40" fmla="*/ 542 w 702"/>
                <a:gd name="T41" fmla="*/ 1022 h 1211"/>
                <a:gd name="T42" fmla="*/ 542 w 702"/>
                <a:gd name="T43" fmla="*/ 1078 h 1211"/>
                <a:gd name="T44" fmla="*/ 508 w 702"/>
                <a:gd name="T45" fmla="*/ 1125 h 1211"/>
                <a:gd name="T46" fmla="*/ 440 w 702"/>
                <a:gd name="T47" fmla="*/ 1167 h 1211"/>
                <a:gd name="T48" fmla="*/ 344 w 702"/>
                <a:gd name="T49" fmla="*/ 1198 h 1211"/>
                <a:gd name="T50" fmla="*/ 228 w 702"/>
                <a:gd name="T51" fmla="*/ 1210 h 1211"/>
                <a:gd name="T52" fmla="*/ 56 w 702"/>
                <a:gd name="T53" fmla="*/ 1165 h 1211"/>
                <a:gd name="T54" fmla="*/ 3 w 702"/>
                <a:gd name="T55" fmla="*/ 1050 h 1211"/>
                <a:gd name="T56" fmla="*/ 5 w 702"/>
                <a:gd name="T57" fmla="*/ 971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1211">
                  <a:moveTo>
                    <a:pt x="5" y="971"/>
                  </a:moveTo>
                  <a:lnTo>
                    <a:pt x="22" y="886"/>
                  </a:lnTo>
                  <a:lnTo>
                    <a:pt x="251" y="6"/>
                  </a:lnTo>
                  <a:lnTo>
                    <a:pt x="279" y="3"/>
                  </a:lnTo>
                  <a:cubicBezTo>
                    <a:pt x="288" y="3"/>
                    <a:pt x="299" y="0"/>
                    <a:pt x="307" y="0"/>
                  </a:cubicBezTo>
                  <a:lnTo>
                    <a:pt x="338" y="0"/>
                  </a:lnTo>
                  <a:cubicBezTo>
                    <a:pt x="358" y="0"/>
                    <a:pt x="378" y="3"/>
                    <a:pt x="398" y="6"/>
                  </a:cubicBezTo>
                  <a:cubicBezTo>
                    <a:pt x="417" y="9"/>
                    <a:pt x="434" y="17"/>
                    <a:pt x="446" y="29"/>
                  </a:cubicBezTo>
                  <a:cubicBezTo>
                    <a:pt x="460" y="40"/>
                    <a:pt x="468" y="57"/>
                    <a:pt x="474" y="74"/>
                  </a:cubicBezTo>
                  <a:cubicBezTo>
                    <a:pt x="479" y="94"/>
                    <a:pt x="477" y="119"/>
                    <a:pt x="468" y="150"/>
                  </a:cubicBezTo>
                  <a:lnTo>
                    <a:pt x="434" y="283"/>
                  </a:lnTo>
                  <a:lnTo>
                    <a:pt x="701" y="283"/>
                  </a:lnTo>
                  <a:lnTo>
                    <a:pt x="651" y="477"/>
                  </a:lnTo>
                  <a:lnTo>
                    <a:pt x="384" y="477"/>
                  </a:lnTo>
                  <a:lnTo>
                    <a:pt x="279" y="884"/>
                  </a:lnTo>
                  <a:cubicBezTo>
                    <a:pt x="257" y="971"/>
                    <a:pt x="282" y="1016"/>
                    <a:pt x="353" y="1016"/>
                  </a:cubicBezTo>
                  <a:cubicBezTo>
                    <a:pt x="369" y="1016"/>
                    <a:pt x="389" y="1013"/>
                    <a:pt x="406" y="1008"/>
                  </a:cubicBezTo>
                  <a:cubicBezTo>
                    <a:pt x="423" y="1002"/>
                    <a:pt x="440" y="996"/>
                    <a:pt x="454" y="988"/>
                  </a:cubicBezTo>
                  <a:cubicBezTo>
                    <a:pt x="468" y="982"/>
                    <a:pt x="482" y="973"/>
                    <a:pt x="494" y="965"/>
                  </a:cubicBezTo>
                  <a:cubicBezTo>
                    <a:pt x="505" y="956"/>
                    <a:pt x="513" y="951"/>
                    <a:pt x="516" y="948"/>
                  </a:cubicBezTo>
                  <a:cubicBezTo>
                    <a:pt x="527" y="977"/>
                    <a:pt x="536" y="999"/>
                    <a:pt x="542" y="1022"/>
                  </a:cubicBezTo>
                  <a:cubicBezTo>
                    <a:pt x="547" y="1042"/>
                    <a:pt x="547" y="1061"/>
                    <a:pt x="542" y="1078"/>
                  </a:cubicBezTo>
                  <a:cubicBezTo>
                    <a:pt x="536" y="1095"/>
                    <a:pt x="527" y="1112"/>
                    <a:pt x="508" y="1125"/>
                  </a:cubicBezTo>
                  <a:cubicBezTo>
                    <a:pt x="491" y="1142"/>
                    <a:pt x="468" y="1156"/>
                    <a:pt x="440" y="1167"/>
                  </a:cubicBezTo>
                  <a:cubicBezTo>
                    <a:pt x="412" y="1182"/>
                    <a:pt x="381" y="1190"/>
                    <a:pt x="344" y="1198"/>
                  </a:cubicBezTo>
                  <a:cubicBezTo>
                    <a:pt x="307" y="1207"/>
                    <a:pt x="268" y="1210"/>
                    <a:pt x="228" y="1210"/>
                  </a:cubicBezTo>
                  <a:cubicBezTo>
                    <a:pt x="149" y="1210"/>
                    <a:pt x="90" y="1193"/>
                    <a:pt x="56" y="1165"/>
                  </a:cubicBezTo>
                  <a:cubicBezTo>
                    <a:pt x="25" y="1139"/>
                    <a:pt x="5" y="1101"/>
                    <a:pt x="3" y="1050"/>
                  </a:cubicBezTo>
                  <a:cubicBezTo>
                    <a:pt x="0" y="1025"/>
                    <a:pt x="3" y="999"/>
                    <a:pt x="5" y="9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3" name="Freeform 17">
              <a:extLst>
                <a:ext uri="{FF2B5EF4-FFF2-40B4-BE49-F238E27FC236}">
                  <a16:creationId xmlns:a16="http://schemas.microsoft.com/office/drawing/2014/main" id="{32007B3E-D856-45DA-8E45-06B9BC025F38}"/>
                </a:ext>
              </a:extLst>
            </p:cNvPr>
            <p:cNvSpPr>
              <a:spLocks noChangeArrowheads="1"/>
            </p:cNvSpPr>
            <p:nvPr/>
          </p:nvSpPr>
          <p:spPr bwMode="auto">
            <a:xfrm>
              <a:off x="13233843" y="1050925"/>
              <a:ext cx="295275" cy="333375"/>
            </a:xfrm>
            <a:custGeom>
              <a:avLst/>
              <a:gdLst>
                <a:gd name="T0" fmla="*/ 497 w 822"/>
                <a:gd name="T1" fmla="*/ 77 h 926"/>
                <a:gd name="T2" fmla="*/ 553 w 822"/>
                <a:gd name="T3" fmla="*/ 40 h 926"/>
                <a:gd name="T4" fmla="*/ 621 w 822"/>
                <a:gd name="T5" fmla="*/ 12 h 926"/>
                <a:gd name="T6" fmla="*/ 694 w 822"/>
                <a:gd name="T7" fmla="*/ 0 h 926"/>
                <a:gd name="T8" fmla="*/ 742 w 822"/>
                <a:gd name="T9" fmla="*/ 3 h 926"/>
                <a:gd name="T10" fmla="*/ 787 w 822"/>
                <a:gd name="T11" fmla="*/ 17 h 926"/>
                <a:gd name="T12" fmla="*/ 815 w 822"/>
                <a:gd name="T13" fmla="*/ 46 h 926"/>
                <a:gd name="T14" fmla="*/ 818 w 822"/>
                <a:gd name="T15" fmla="*/ 91 h 926"/>
                <a:gd name="T16" fmla="*/ 773 w 822"/>
                <a:gd name="T17" fmla="*/ 187 h 926"/>
                <a:gd name="T18" fmla="*/ 708 w 822"/>
                <a:gd name="T19" fmla="*/ 280 h 926"/>
                <a:gd name="T20" fmla="*/ 655 w 822"/>
                <a:gd name="T21" fmla="*/ 240 h 926"/>
                <a:gd name="T22" fmla="*/ 581 w 822"/>
                <a:gd name="T23" fmla="*/ 226 h 926"/>
                <a:gd name="T24" fmla="*/ 474 w 822"/>
                <a:gd name="T25" fmla="*/ 260 h 926"/>
                <a:gd name="T26" fmla="*/ 412 w 822"/>
                <a:gd name="T27" fmla="*/ 342 h 926"/>
                <a:gd name="T28" fmla="*/ 260 w 822"/>
                <a:gd name="T29" fmla="*/ 925 h 926"/>
                <a:gd name="T30" fmla="*/ 0 w 822"/>
                <a:gd name="T31" fmla="*/ 925 h 926"/>
                <a:gd name="T32" fmla="*/ 234 w 822"/>
                <a:gd name="T33" fmla="*/ 29 h 926"/>
                <a:gd name="T34" fmla="*/ 257 w 822"/>
                <a:gd name="T35" fmla="*/ 26 h 926"/>
                <a:gd name="T36" fmla="*/ 285 w 822"/>
                <a:gd name="T37" fmla="*/ 23 h 926"/>
                <a:gd name="T38" fmla="*/ 322 w 822"/>
                <a:gd name="T39" fmla="*/ 23 h 926"/>
                <a:gd name="T40" fmla="*/ 420 w 822"/>
                <a:gd name="T41" fmla="*/ 46 h 926"/>
                <a:gd name="T42" fmla="*/ 454 w 822"/>
                <a:gd name="T43" fmla="*/ 113 h 926"/>
                <a:gd name="T44" fmla="*/ 497 w 822"/>
                <a:gd name="T45" fmla="*/ 77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2" h="926">
                  <a:moveTo>
                    <a:pt x="497" y="77"/>
                  </a:moveTo>
                  <a:cubicBezTo>
                    <a:pt x="514" y="63"/>
                    <a:pt x="533" y="51"/>
                    <a:pt x="553" y="40"/>
                  </a:cubicBezTo>
                  <a:cubicBezTo>
                    <a:pt x="573" y="29"/>
                    <a:pt x="596" y="20"/>
                    <a:pt x="621" y="12"/>
                  </a:cubicBezTo>
                  <a:cubicBezTo>
                    <a:pt x="647" y="3"/>
                    <a:pt x="669" y="0"/>
                    <a:pt x="694" y="0"/>
                  </a:cubicBezTo>
                  <a:cubicBezTo>
                    <a:pt x="708" y="0"/>
                    <a:pt x="725" y="0"/>
                    <a:pt x="742" y="3"/>
                  </a:cubicBezTo>
                  <a:cubicBezTo>
                    <a:pt x="759" y="6"/>
                    <a:pt x="773" y="11"/>
                    <a:pt x="787" y="17"/>
                  </a:cubicBezTo>
                  <a:cubicBezTo>
                    <a:pt x="801" y="22"/>
                    <a:pt x="810" y="34"/>
                    <a:pt x="815" y="46"/>
                  </a:cubicBezTo>
                  <a:cubicBezTo>
                    <a:pt x="821" y="57"/>
                    <a:pt x="821" y="74"/>
                    <a:pt x="818" y="91"/>
                  </a:cubicBezTo>
                  <a:cubicBezTo>
                    <a:pt x="813" y="116"/>
                    <a:pt x="796" y="150"/>
                    <a:pt x="773" y="187"/>
                  </a:cubicBezTo>
                  <a:cubicBezTo>
                    <a:pt x="751" y="223"/>
                    <a:pt x="728" y="254"/>
                    <a:pt x="708" y="280"/>
                  </a:cubicBezTo>
                  <a:cubicBezTo>
                    <a:pt x="691" y="263"/>
                    <a:pt x="674" y="249"/>
                    <a:pt x="655" y="240"/>
                  </a:cubicBezTo>
                  <a:cubicBezTo>
                    <a:pt x="635" y="232"/>
                    <a:pt x="612" y="226"/>
                    <a:pt x="581" y="226"/>
                  </a:cubicBezTo>
                  <a:cubicBezTo>
                    <a:pt x="542" y="226"/>
                    <a:pt x="505" y="237"/>
                    <a:pt x="474" y="260"/>
                  </a:cubicBezTo>
                  <a:cubicBezTo>
                    <a:pt x="440" y="283"/>
                    <a:pt x="420" y="311"/>
                    <a:pt x="412" y="342"/>
                  </a:cubicBezTo>
                  <a:lnTo>
                    <a:pt x="260" y="925"/>
                  </a:lnTo>
                  <a:lnTo>
                    <a:pt x="0" y="925"/>
                  </a:lnTo>
                  <a:lnTo>
                    <a:pt x="234" y="29"/>
                  </a:lnTo>
                  <a:lnTo>
                    <a:pt x="257" y="26"/>
                  </a:lnTo>
                  <a:cubicBezTo>
                    <a:pt x="265" y="26"/>
                    <a:pt x="274" y="23"/>
                    <a:pt x="285" y="23"/>
                  </a:cubicBezTo>
                  <a:lnTo>
                    <a:pt x="322" y="23"/>
                  </a:lnTo>
                  <a:cubicBezTo>
                    <a:pt x="361" y="23"/>
                    <a:pt x="395" y="31"/>
                    <a:pt x="420" y="46"/>
                  </a:cubicBezTo>
                  <a:cubicBezTo>
                    <a:pt x="443" y="57"/>
                    <a:pt x="457" y="82"/>
                    <a:pt x="454" y="113"/>
                  </a:cubicBezTo>
                  <a:cubicBezTo>
                    <a:pt x="466" y="102"/>
                    <a:pt x="480" y="91"/>
                    <a:pt x="497" y="77"/>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4" name="Freeform 18">
              <a:extLst>
                <a:ext uri="{FF2B5EF4-FFF2-40B4-BE49-F238E27FC236}">
                  <a16:creationId xmlns:a16="http://schemas.microsoft.com/office/drawing/2014/main" id="{F51805E9-22F9-4120-8D4E-58AFACAF1447}"/>
                </a:ext>
              </a:extLst>
            </p:cNvPr>
            <p:cNvSpPr>
              <a:spLocks noChangeArrowheads="1"/>
            </p:cNvSpPr>
            <p:nvPr/>
          </p:nvSpPr>
          <p:spPr bwMode="auto">
            <a:xfrm>
              <a:off x="13500543" y="900113"/>
              <a:ext cx="203200" cy="488950"/>
            </a:xfrm>
            <a:custGeom>
              <a:avLst/>
              <a:gdLst>
                <a:gd name="T0" fmla="*/ 485 w 565"/>
                <a:gd name="T1" fmla="*/ 240 h 1360"/>
                <a:gd name="T2" fmla="*/ 378 w 565"/>
                <a:gd name="T3" fmla="*/ 276 h 1360"/>
                <a:gd name="T4" fmla="*/ 288 w 565"/>
                <a:gd name="T5" fmla="*/ 237 h 1360"/>
                <a:gd name="T6" fmla="*/ 274 w 565"/>
                <a:gd name="T7" fmla="*/ 138 h 1360"/>
                <a:gd name="T8" fmla="*/ 339 w 565"/>
                <a:gd name="T9" fmla="*/ 39 h 1360"/>
                <a:gd name="T10" fmla="*/ 449 w 565"/>
                <a:gd name="T11" fmla="*/ 0 h 1360"/>
                <a:gd name="T12" fmla="*/ 536 w 565"/>
                <a:gd name="T13" fmla="*/ 39 h 1360"/>
                <a:gd name="T14" fmla="*/ 553 w 565"/>
                <a:gd name="T15" fmla="*/ 141 h 1360"/>
                <a:gd name="T16" fmla="*/ 485 w 565"/>
                <a:gd name="T17" fmla="*/ 240 h 1360"/>
                <a:gd name="T18" fmla="*/ 237 w 565"/>
                <a:gd name="T19" fmla="*/ 1350 h 1360"/>
                <a:gd name="T20" fmla="*/ 200 w 565"/>
                <a:gd name="T21" fmla="*/ 1356 h 1360"/>
                <a:gd name="T22" fmla="*/ 144 w 565"/>
                <a:gd name="T23" fmla="*/ 1359 h 1360"/>
                <a:gd name="T24" fmla="*/ 31 w 565"/>
                <a:gd name="T25" fmla="*/ 1328 h 1360"/>
                <a:gd name="T26" fmla="*/ 17 w 565"/>
                <a:gd name="T27" fmla="*/ 1202 h 1360"/>
                <a:gd name="T28" fmla="*/ 215 w 565"/>
                <a:gd name="T29" fmla="*/ 443 h 1360"/>
                <a:gd name="T30" fmla="*/ 246 w 565"/>
                <a:gd name="T31" fmla="*/ 437 h 1360"/>
                <a:gd name="T32" fmla="*/ 305 w 565"/>
                <a:gd name="T33" fmla="*/ 434 h 1360"/>
                <a:gd name="T34" fmla="*/ 364 w 565"/>
                <a:gd name="T35" fmla="*/ 440 h 1360"/>
                <a:gd name="T36" fmla="*/ 415 w 565"/>
                <a:gd name="T37" fmla="*/ 463 h 1360"/>
                <a:gd name="T38" fmla="*/ 443 w 565"/>
                <a:gd name="T39" fmla="*/ 508 h 1360"/>
                <a:gd name="T40" fmla="*/ 437 w 565"/>
                <a:gd name="T41" fmla="*/ 584 h 1360"/>
                <a:gd name="T42" fmla="*/ 237 w 565"/>
                <a:gd name="T43" fmla="*/ 135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5" h="1360">
                  <a:moveTo>
                    <a:pt x="485" y="240"/>
                  </a:moveTo>
                  <a:cubicBezTo>
                    <a:pt x="452" y="265"/>
                    <a:pt x="415" y="276"/>
                    <a:pt x="378" y="276"/>
                  </a:cubicBezTo>
                  <a:cubicBezTo>
                    <a:pt x="339" y="276"/>
                    <a:pt x="310" y="262"/>
                    <a:pt x="288" y="237"/>
                  </a:cubicBezTo>
                  <a:cubicBezTo>
                    <a:pt x="268" y="211"/>
                    <a:pt x="263" y="177"/>
                    <a:pt x="274" y="138"/>
                  </a:cubicBezTo>
                  <a:cubicBezTo>
                    <a:pt x="285" y="98"/>
                    <a:pt x="308" y="65"/>
                    <a:pt x="339" y="39"/>
                  </a:cubicBezTo>
                  <a:cubicBezTo>
                    <a:pt x="373" y="14"/>
                    <a:pt x="410" y="0"/>
                    <a:pt x="449" y="0"/>
                  </a:cubicBezTo>
                  <a:cubicBezTo>
                    <a:pt x="489" y="0"/>
                    <a:pt x="516" y="14"/>
                    <a:pt x="536" y="39"/>
                  </a:cubicBezTo>
                  <a:cubicBezTo>
                    <a:pt x="559" y="68"/>
                    <a:pt x="564" y="101"/>
                    <a:pt x="553" y="141"/>
                  </a:cubicBezTo>
                  <a:cubicBezTo>
                    <a:pt x="542" y="180"/>
                    <a:pt x="519" y="214"/>
                    <a:pt x="485" y="240"/>
                  </a:cubicBezTo>
                  <a:close/>
                  <a:moveTo>
                    <a:pt x="237" y="1350"/>
                  </a:moveTo>
                  <a:cubicBezTo>
                    <a:pt x="231" y="1353"/>
                    <a:pt x="220" y="1356"/>
                    <a:pt x="200" y="1356"/>
                  </a:cubicBezTo>
                  <a:cubicBezTo>
                    <a:pt x="183" y="1356"/>
                    <a:pt x="164" y="1359"/>
                    <a:pt x="144" y="1359"/>
                  </a:cubicBezTo>
                  <a:cubicBezTo>
                    <a:pt x="93" y="1359"/>
                    <a:pt x="57" y="1347"/>
                    <a:pt x="31" y="1328"/>
                  </a:cubicBezTo>
                  <a:cubicBezTo>
                    <a:pt x="6" y="1308"/>
                    <a:pt x="0" y="1267"/>
                    <a:pt x="17" y="1202"/>
                  </a:cubicBezTo>
                  <a:lnTo>
                    <a:pt x="215" y="443"/>
                  </a:lnTo>
                  <a:cubicBezTo>
                    <a:pt x="217" y="443"/>
                    <a:pt x="229" y="440"/>
                    <a:pt x="246" y="437"/>
                  </a:cubicBezTo>
                  <a:cubicBezTo>
                    <a:pt x="263" y="434"/>
                    <a:pt x="282" y="434"/>
                    <a:pt x="305" y="434"/>
                  </a:cubicBezTo>
                  <a:cubicBezTo>
                    <a:pt x="325" y="434"/>
                    <a:pt x="344" y="437"/>
                    <a:pt x="364" y="440"/>
                  </a:cubicBezTo>
                  <a:cubicBezTo>
                    <a:pt x="384" y="443"/>
                    <a:pt x="401" y="451"/>
                    <a:pt x="415" y="463"/>
                  </a:cubicBezTo>
                  <a:cubicBezTo>
                    <a:pt x="429" y="474"/>
                    <a:pt x="437" y="488"/>
                    <a:pt x="443" y="508"/>
                  </a:cubicBezTo>
                  <a:cubicBezTo>
                    <a:pt x="449" y="527"/>
                    <a:pt x="446" y="553"/>
                    <a:pt x="437" y="584"/>
                  </a:cubicBezTo>
                  <a:lnTo>
                    <a:pt x="237" y="1350"/>
                  </a:ln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5" name="Freeform 19">
              <a:extLst>
                <a:ext uri="{FF2B5EF4-FFF2-40B4-BE49-F238E27FC236}">
                  <a16:creationId xmlns:a16="http://schemas.microsoft.com/office/drawing/2014/main" id="{8440A936-7077-4090-99D7-DECBDDEDBEED}"/>
                </a:ext>
              </a:extLst>
            </p:cNvPr>
            <p:cNvSpPr>
              <a:spLocks noChangeArrowheads="1"/>
            </p:cNvSpPr>
            <p:nvPr/>
          </p:nvSpPr>
          <p:spPr bwMode="auto">
            <a:xfrm>
              <a:off x="13673581" y="1050925"/>
              <a:ext cx="320675" cy="342900"/>
            </a:xfrm>
            <a:custGeom>
              <a:avLst/>
              <a:gdLst>
                <a:gd name="T0" fmla="*/ 643 w 892"/>
                <a:gd name="T1" fmla="*/ 379 h 954"/>
                <a:gd name="T2" fmla="*/ 646 w 892"/>
                <a:gd name="T3" fmla="*/ 232 h 954"/>
                <a:gd name="T4" fmla="*/ 533 w 892"/>
                <a:gd name="T5" fmla="*/ 175 h 954"/>
                <a:gd name="T6" fmla="*/ 392 w 892"/>
                <a:gd name="T7" fmla="*/ 229 h 954"/>
                <a:gd name="T8" fmla="*/ 307 w 892"/>
                <a:gd name="T9" fmla="*/ 379 h 954"/>
                <a:gd name="T10" fmla="*/ 643 w 892"/>
                <a:gd name="T11" fmla="*/ 379 h 954"/>
                <a:gd name="T12" fmla="*/ 544 w 892"/>
                <a:gd name="T13" fmla="*/ 751 h 954"/>
                <a:gd name="T14" fmla="*/ 615 w 892"/>
                <a:gd name="T15" fmla="*/ 726 h 954"/>
                <a:gd name="T16" fmla="*/ 674 w 892"/>
                <a:gd name="T17" fmla="*/ 692 h 954"/>
                <a:gd name="T18" fmla="*/ 722 w 892"/>
                <a:gd name="T19" fmla="*/ 658 h 954"/>
                <a:gd name="T20" fmla="*/ 750 w 892"/>
                <a:gd name="T21" fmla="*/ 731 h 954"/>
                <a:gd name="T22" fmla="*/ 756 w 892"/>
                <a:gd name="T23" fmla="*/ 805 h 954"/>
                <a:gd name="T24" fmla="*/ 688 w 892"/>
                <a:gd name="T25" fmla="*/ 880 h 954"/>
                <a:gd name="T26" fmla="*/ 561 w 892"/>
                <a:gd name="T27" fmla="*/ 930 h 954"/>
                <a:gd name="T28" fmla="*/ 384 w 892"/>
                <a:gd name="T29" fmla="*/ 953 h 954"/>
                <a:gd name="T30" fmla="*/ 214 w 892"/>
                <a:gd name="T31" fmla="*/ 930 h 954"/>
                <a:gd name="T32" fmla="*/ 82 w 892"/>
                <a:gd name="T33" fmla="*/ 853 h 954"/>
                <a:gd name="T34" fmla="*/ 11 w 892"/>
                <a:gd name="T35" fmla="*/ 700 h 954"/>
                <a:gd name="T36" fmla="*/ 31 w 892"/>
                <a:gd name="T37" fmla="*/ 458 h 954"/>
                <a:gd name="T38" fmla="*/ 121 w 892"/>
                <a:gd name="T39" fmla="*/ 252 h 954"/>
                <a:gd name="T40" fmla="*/ 257 w 892"/>
                <a:gd name="T41" fmla="*/ 108 h 954"/>
                <a:gd name="T42" fmla="*/ 417 w 892"/>
                <a:gd name="T43" fmla="*/ 26 h 954"/>
                <a:gd name="T44" fmla="*/ 584 w 892"/>
                <a:gd name="T45" fmla="*/ 0 h 954"/>
                <a:gd name="T46" fmla="*/ 756 w 892"/>
                <a:gd name="T47" fmla="*/ 34 h 954"/>
                <a:gd name="T48" fmla="*/ 855 w 892"/>
                <a:gd name="T49" fmla="*/ 125 h 954"/>
                <a:gd name="T50" fmla="*/ 889 w 892"/>
                <a:gd name="T51" fmla="*/ 252 h 954"/>
                <a:gd name="T52" fmla="*/ 869 w 892"/>
                <a:gd name="T53" fmla="*/ 404 h 954"/>
                <a:gd name="T54" fmla="*/ 863 w 892"/>
                <a:gd name="T55" fmla="*/ 429 h 954"/>
                <a:gd name="T56" fmla="*/ 855 w 892"/>
                <a:gd name="T57" fmla="*/ 460 h 954"/>
                <a:gd name="T58" fmla="*/ 843 w 892"/>
                <a:gd name="T59" fmla="*/ 494 h 954"/>
                <a:gd name="T60" fmla="*/ 835 w 892"/>
                <a:gd name="T61" fmla="*/ 520 h 954"/>
                <a:gd name="T62" fmla="*/ 273 w 892"/>
                <a:gd name="T63" fmla="*/ 520 h 954"/>
                <a:gd name="T64" fmla="*/ 293 w 892"/>
                <a:gd name="T65" fmla="*/ 692 h 954"/>
                <a:gd name="T66" fmla="*/ 457 w 892"/>
                <a:gd name="T67" fmla="*/ 762 h 954"/>
                <a:gd name="T68" fmla="*/ 544 w 892"/>
                <a:gd name="T69" fmla="*/ 751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92" h="954">
                  <a:moveTo>
                    <a:pt x="643" y="379"/>
                  </a:moveTo>
                  <a:cubicBezTo>
                    <a:pt x="660" y="319"/>
                    <a:pt x="660" y="268"/>
                    <a:pt x="646" y="232"/>
                  </a:cubicBezTo>
                  <a:cubicBezTo>
                    <a:pt x="632" y="195"/>
                    <a:pt x="595" y="175"/>
                    <a:pt x="533" y="175"/>
                  </a:cubicBezTo>
                  <a:cubicBezTo>
                    <a:pt x="479" y="175"/>
                    <a:pt x="434" y="192"/>
                    <a:pt x="392" y="229"/>
                  </a:cubicBezTo>
                  <a:cubicBezTo>
                    <a:pt x="352" y="266"/>
                    <a:pt x="324" y="316"/>
                    <a:pt x="307" y="379"/>
                  </a:cubicBezTo>
                  <a:lnTo>
                    <a:pt x="643" y="379"/>
                  </a:lnTo>
                  <a:close/>
                  <a:moveTo>
                    <a:pt x="544" y="751"/>
                  </a:moveTo>
                  <a:cubicBezTo>
                    <a:pt x="570" y="745"/>
                    <a:pt x="595" y="737"/>
                    <a:pt x="615" y="726"/>
                  </a:cubicBezTo>
                  <a:cubicBezTo>
                    <a:pt x="637" y="714"/>
                    <a:pt x="657" y="706"/>
                    <a:pt x="674" y="692"/>
                  </a:cubicBezTo>
                  <a:cubicBezTo>
                    <a:pt x="691" y="680"/>
                    <a:pt x="708" y="669"/>
                    <a:pt x="722" y="658"/>
                  </a:cubicBezTo>
                  <a:cubicBezTo>
                    <a:pt x="733" y="678"/>
                    <a:pt x="742" y="700"/>
                    <a:pt x="750" y="731"/>
                  </a:cubicBezTo>
                  <a:cubicBezTo>
                    <a:pt x="759" y="762"/>
                    <a:pt x="762" y="785"/>
                    <a:pt x="756" y="805"/>
                  </a:cubicBezTo>
                  <a:cubicBezTo>
                    <a:pt x="748" y="833"/>
                    <a:pt x="725" y="857"/>
                    <a:pt x="688" y="880"/>
                  </a:cubicBezTo>
                  <a:cubicBezTo>
                    <a:pt x="657" y="899"/>
                    <a:pt x="615" y="916"/>
                    <a:pt x="561" y="930"/>
                  </a:cubicBezTo>
                  <a:cubicBezTo>
                    <a:pt x="508" y="945"/>
                    <a:pt x="448" y="953"/>
                    <a:pt x="384" y="953"/>
                  </a:cubicBezTo>
                  <a:cubicBezTo>
                    <a:pt x="324" y="953"/>
                    <a:pt x="268" y="945"/>
                    <a:pt x="214" y="930"/>
                  </a:cubicBezTo>
                  <a:cubicBezTo>
                    <a:pt x="161" y="916"/>
                    <a:pt x="116" y="889"/>
                    <a:pt x="82" y="853"/>
                  </a:cubicBezTo>
                  <a:cubicBezTo>
                    <a:pt x="49" y="816"/>
                    <a:pt x="22" y="762"/>
                    <a:pt x="11" y="700"/>
                  </a:cubicBezTo>
                  <a:cubicBezTo>
                    <a:pt x="0" y="635"/>
                    <a:pt x="5" y="556"/>
                    <a:pt x="31" y="458"/>
                  </a:cubicBezTo>
                  <a:cubicBezTo>
                    <a:pt x="51" y="379"/>
                    <a:pt x="82" y="311"/>
                    <a:pt x="121" y="252"/>
                  </a:cubicBezTo>
                  <a:cubicBezTo>
                    <a:pt x="161" y="195"/>
                    <a:pt x="206" y="147"/>
                    <a:pt x="257" y="108"/>
                  </a:cubicBezTo>
                  <a:cubicBezTo>
                    <a:pt x="307" y="71"/>
                    <a:pt x="361" y="43"/>
                    <a:pt x="417" y="26"/>
                  </a:cubicBezTo>
                  <a:cubicBezTo>
                    <a:pt x="474" y="9"/>
                    <a:pt x="530" y="0"/>
                    <a:pt x="584" y="0"/>
                  </a:cubicBezTo>
                  <a:cubicBezTo>
                    <a:pt x="654" y="0"/>
                    <a:pt x="714" y="12"/>
                    <a:pt x="756" y="34"/>
                  </a:cubicBezTo>
                  <a:cubicBezTo>
                    <a:pt x="801" y="57"/>
                    <a:pt x="832" y="85"/>
                    <a:pt x="855" y="125"/>
                  </a:cubicBezTo>
                  <a:cubicBezTo>
                    <a:pt x="877" y="161"/>
                    <a:pt x="889" y="204"/>
                    <a:pt x="889" y="252"/>
                  </a:cubicBezTo>
                  <a:cubicBezTo>
                    <a:pt x="891" y="300"/>
                    <a:pt x="883" y="350"/>
                    <a:pt x="869" y="404"/>
                  </a:cubicBezTo>
                  <a:cubicBezTo>
                    <a:pt x="866" y="412"/>
                    <a:pt x="863" y="421"/>
                    <a:pt x="863" y="429"/>
                  </a:cubicBezTo>
                  <a:cubicBezTo>
                    <a:pt x="860" y="441"/>
                    <a:pt x="858" y="449"/>
                    <a:pt x="855" y="460"/>
                  </a:cubicBezTo>
                  <a:cubicBezTo>
                    <a:pt x="852" y="472"/>
                    <a:pt x="846" y="483"/>
                    <a:pt x="843" y="494"/>
                  </a:cubicBezTo>
                  <a:cubicBezTo>
                    <a:pt x="841" y="505"/>
                    <a:pt x="838" y="514"/>
                    <a:pt x="835" y="520"/>
                  </a:cubicBezTo>
                  <a:lnTo>
                    <a:pt x="273" y="520"/>
                  </a:lnTo>
                  <a:cubicBezTo>
                    <a:pt x="259" y="590"/>
                    <a:pt x="268" y="647"/>
                    <a:pt x="293" y="692"/>
                  </a:cubicBezTo>
                  <a:cubicBezTo>
                    <a:pt x="319" y="740"/>
                    <a:pt x="372" y="762"/>
                    <a:pt x="457" y="762"/>
                  </a:cubicBezTo>
                  <a:cubicBezTo>
                    <a:pt x="488" y="762"/>
                    <a:pt x="516" y="759"/>
                    <a:pt x="544" y="751"/>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6" name="Freeform 20">
              <a:extLst>
                <a:ext uri="{FF2B5EF4-FFF2-40B4-BE49-F238E27FC236}">
                  <a16:creationId xmlns:a16="http://schemas.microsoft.com/office/drawing/2014/main" id="{C17EAF10-67B3-458F-BCB5-085A36C13F0B}"/>
                </a:ext>
              </a:extLst>
            </p:cNvPr>
            <p:cNvSpPr>
              <a:spLocks noChangeArrowheads="1"/>
            </p:cNvSpPr>
            <p:nvPr/>
          </p:nvSpPr>
          <p:spPr bwMode="auto">
            <a:xfrm>
              <a:off x="14000606" y="1054100"/>
              <a:ext cx="361950" cy="331788"/>
            </a:xfrm>
            <a:custGeom>
              <a:avLst/>
              <a:gdLst>
                <a:gd name="T0" fmla="*/ 262 w 1005"/>
                <a:gd name="T1" fmla="*/ 913 h 920"/>
                <a:gd name="T2" fmla="*/ 0 w 1005"/>
                <a:gd name="T3" fmla="*/ 913 h 920"/>
                <a:gd name="T4" fmla="*/ 231 w 1005"/>
                <a:gd name="T5" fmla="*/ 22 h 920"/>
                <a:gd name="T6" fmla="*/ 254 w 1005"/>
                <a:gd name="T7" fmla="*/ 20 h 920"/>
                <a:gd name="T8" fmla="*/ 282 w 1005"/>
                <a:gd name="T9" fmla="*/ 17 h 920"/>
                <a:gd name="T10" fmla="*/ 318 w 1005"/>
                <a:gd name="T11" fmla="*/ 17 h 920"/>
                <a:gd name="T12" fmla="*/ 417 w 1005"/>
                <a:gd name="T13" fmla="*/ 39 h 920"/>
                <a:gd name="T14" fmla="*/ 454 w 1005"/>
                <a:gd name="T15" fmla="*/ 116 h 920"/>
                <a:gd name="T16" fmla="*/ 575 w 1005"/>
                <a:gd name="T17" fmla="*/ 37 h 920"/>
                <a:gd name="T18" fmla="*/ 767 w 1005"/>
                <a:gd name="T19" fmla="*/ 0 h 920"/>
                <a:gd name="T20" fmla="*/ 953 w 1005"/>
                <a:gd name="T21" fmla="*/ 54 h 920"/>
                <a:gd name="T22" fmla="*/ 1001 w 1005"/>
                <a:gd name="T23" fmla="*/ 195 h 920"/>
                <a:gd name="T24" fmla="*/ 990 w 1005"/>
                <a:gd name="T25" fmla="*/ 291 h 920"/>
                <a:gd name="T26" fmla="*/ 967 w 1005"/>
                <a:gd name="T27" fmla="*/ 392 h 920"/>
                <a:gd name="T28" fmla="*/ 829 w 1005"/>
                <a:gd name="T29" fmla="*/ 919 h 920"/>
                <a:gd name="T30" fmla="*/ 570 w 1005"/>
                <a:gd name="T31" fmla="*/ 919 h 920"/>
                <a:gd name="T32" fmla="*/ 705 w 1005"/>
                <a:gd name="T33" fmla="*/ 403 h 920"/>
                <a:gd name="T34" fmla="*/ 722 w 1005"/>
                <a:gd name="T35" fmla="*/ 324 h 920"/>
                <a:gd name="T36" fmla="*/ 722 w 1005"/>
                <a:gd name="T37" fmla="*/ 262 h 920"/>
                <a:gd name="T38" fmla="*/ 691 w 1005"/>
                <a:gd name="T39" fmla="*/ 223 h 920"/>
                <a:gd name="T40" fmla="*/ 618 w 1005"/>
                <a:gd name="T41" fmla="*/ 209 h 920"/>
                <a:gd name="T42" fmla="*/ 488 w 1005"/>
                <a:gd name="T43" fmla="*/ 237 h 920"/>
                <a:gd name="T44" fmla="*/ 417 w 1005"/>
                <a:gd name="T45" fmla="*/ 310 h 920"/>
                <a:gd name="T46" fmla="*/ 262 w 1005"/>
                <a:gd name="T47" fmla="*/ 913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05" h="920">
                  <a:moveTo>
                    <a:pt x="262" y="913"/>
                  </a:moveTo>
                  <a:lnTo>
                    <a:pt x="0" y="913"/>
                  </a:lnTo>
                  <a:lnTo>
                    <a:pt x="231" y="22"/>
                  </a:lnTo>
                  <a:lnTo>
                    <a:pt x="254" y="20"/>
                  </a:lnTo>
                  <a:cubicBezTo>
                    <a:pt x="262" y="20"/>
                    <a:pt x="271" y="17"/>
                    <a:pt x="282" y="17"/>
                  </a:cubicBezTo>
                  <a:cubicBezTo>
                    <a:pt x="294" y="17"/>
                    <a:pt x="304" y="17"/>
                    <a:pt x="318" y="17"/>
                  </a:cubicBezTo>
                  <a:cubicBezTo>
                    <a:pt x="358" y="17"/>
                    <a:pt x="392" y="24"/>
                    <a:pt x="417" y="39"/>
                  </a:cubicBezTo>
                  <a:cubicBezTo>
                    <a:pt x="443" y="53"/>
                    <a:pt x="457" y="79"/>
                    <a:pt x="454" y="116"/>
                  </a:cubicBezTo>
                  <a:cubicBezTo>
                    <a:pt x="482" y="87"/>
                    <a:pt x="524" y="59"/>
                    <a:pt x="575" y="37"/>
                  </a:cubicBezTo>
                  <a:cubicBezTo>
                    <a:pt x="626" y="11"/>
                    <a:pt x="691" y="0"/>
                    <a:pt x="767" y="0"/>
                  </a:cubicBezTo>
                  <a:cubicBezTo>
                    <a:pt x="857" y="0"/>
                    <a:pt x="919" y="17"/>
                    <a:pt x="953" y="54"/>
                  </a:cubicBezTo>
                  <a:cubicBezTo>
                    <a:pt x="987" y="90"/>
                    <a:pt x="1004" y="135"/>
                    <a:pt x="1001" y="195"/>
                  </a:cubicBezTo>
                  <a:cubicBezTo>
                    <a:pt x="1001" y="223"/>
                    <a:pt x="996" y="257"/>
                    <a:pt x="990" y="291"/>
                  </a:cubicBezTo>
                  <a:cubicBezTo>
                    <a:pt x="984" y="324"/>
                    <a:pt x="976" y="358"/>
                    <a:pt x="967" y="392"/>
                  </a:cubicBezTo>
                  <a:lnTo>
                    <a:pt x="829" y="919"/>
                  </a:lnTo>
                  <a:lnTo>
                    <a:pt x="570" y="919"/>
                  </a:lnTo>
                  <a:lnTo>
                    <a:pt x="705" y="403"/>
                  </a:lnTo>
                  <a:cubicBezTo>
                    <a:pt x="713" y="375"/>
                    <a:pt x="719" y="350"/>
                    <a:pt x="722" y="324"/>
                  </a:cubicBezTo>
                  <a:cubicBezTo>
                    <a:pt x="728" y="299"/>
                    <a:pt x="728" y="279"/>
                    <a:pt x="722" y="262"/>
                  </a:cubicBezTo>
                  <a:cubicBezTo>
                    <a:pt x="719" y="245"/>
                    <a:pt x="708" y="231"/>
                    <a:pt x="691" y="223"/>
                  </a:cubicBezTo>
                  <a:cubicBezTo>
                    <a:pt x="674" y="214"/>
                    <a:pt x="651" y="209"/>
                    <a:pt x="618" y="209"/>
                  </a:cubicBezTo>
                  <a:cubicBezTo>
                    <a:pt x="570" y="209"/>
                    <a:pt x="528" y="217"/>
                    <a:pt x="488" y="237"/>
                  </a:cubicBezTo>
                  <a:cubicBezTo>
                    <a:pt x="449" y="257"/>
                    <a:pt x="426" y="282"/>
                    <a:pt x="417" y="310"/>
                  </a:cubicBezTo>
                  <a:lnTo>
                    <a:pt x="262" y="913"/>
                  </a:ln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72"/>
            </a:p>
          </p:txBody>
        </p:sp>
        <p:sp>
          <p:nvSpPr>
            <p:cNvPr id="37" name="Freeform 22">
              <a:extLst>
                <a:ext uri="{FF2B5EF4-FFF2-40B4-BE49-F238E27FC236}">
                  <a16:creationId xmlns:a16="http://schemas.microsoft.com/office/drawing/2014/main" id="{CBDFD835-2F12-4CD7-9726-7D63373F9659}"/>
                </a:ext>
              </a:extLst>
            </p:cNvPr>
            <p:cNvSpPr>
              <a:spLocks noChangeArrowheads="1"/>
            </p:cNvSpPr>
            <p:nvPr/>
          </p:nvSpPr>
          <p:spPr bwMode="auto">
            <a:xfrm>
              <a:off x="12170218" y="925513"/>
              <a:ext cx="365125" cy="463550"/>
            </a:xfrm>
            <a:custGeom>
              <a:avLst/>
              <a:gdLst>
                <a:gd name="T0" fmla="*/ 889 w 1014"/>
                <a:gd name="T1" fmla="*/ 1112 h 1287"/>
                <a:gd name="T2" fmla="*/ 779 w 1014"/>
                <a:gd name="T3" fmla="*/ 847 h 1287"/>
                <a:gd name="T4" fmla="*/ 669 w 1014"/>
                <a:gd name="T5" fmla="*/ 443 h 1287"/>
                <a:gd name="T6" fmla="*/ 330 w 1014"/>
                <a:gd name="T7" fmla="*/ 23 h 1287"/>
                <a:gd name="T8" fmla="*/ 62 w 1014"/>
                <a:gd name="T9" fmla="*/ 0 h 1287"/>
                <a:gd name="T10" fmla="*/ 0 w 1014"/>
                <a:gd name="T11" fmla="*/ 0 h 1287"/>
                <a:gd name="T12" fmla="*/ 248 w 1014"/>
                <a:gd name="T13" fmla="*/ 268 h 1287"/>
                <a:gd name="T14" fmla="*/ 327 w 1014"/>
                <a:gd name="T15" fmla="*/ 500 h 1287"/>
                <a:gd name="T16" fmla="*/ 680 w 1014"/>
                <a:gd name="T17" fmla="*/ 768 h 1287"/>
                <a:gd name="T18" fmla="*/ 748 w 1014"/>
                <a:gd name="T19" fmla="*/ 889 h 1287"/>
                <a:gd name="T20" fmla="*/ 748 w 1014"/>
                <a:gd name="T21" fmla="*/ 889 h 1287"/>
                <a:gd name="T22" fmla="*/ 748 w 1014"/>
                <a:gd name="T23" fmla="*/ 889 h 1287"/>
                <a:gd name="T24" fmla="*/ 646 w 1014"/>
                <a:gd name="T25" fmla="*/ 740 h 1287"/>
                <a:gd name="T26" fmla="*/ 333 w 1014"/>
                <a:gd name="T27" fmla="*/ 542 h 1287"/>
                <a:gd name="T28" fmla="*/ 276 w 1014"/>
                <a:gd name="T29" fmla="*/ 542 h 1287"/>
                <a:gd name="T30" fmla="*/ 192 w 1014"/>
                <a:gd name="T31" fmla="*/ 542 h 1287"/>
                <a:gd name="T32" fmla="*/ 463 w 1014"/>
                <a:gd name="T33" fmla="*/ 988 h 1287"/>
                <a:gd name="T34" fmla="*/ 866 w 1014"/>
                <a:gd name="T35" fmla="*/ 1269 h 1287"/>
                <a:gd name="T36" fmla="*/ 1013 w 1014"/>
                <a:gd name="T37" fmla="*/ 1286 h 1287"/>
                <a:gd name="T38" fmla="*/ 889 w 1014"/>
                <a:gd name="T39" fmla="*/ 1112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14" h="1287">
                  <a:moveTo>
                    <a:pt x="889" y="1112"/>
                  </a:moveTo>
                  <a:cubicBezTo>
                    <a:pt x="877" y="1092"/>
                    <a:pt x="824" y="991"/>
                    <a:pt x="779" y="847"/>
                  </a:cubicBezTo>
                  <a:cubicBezTo>
                    <a:pt x="733" y="706"/>
                    <a:pt x="691" y="534"/>
                    <a:pt x="669" y="443"/>
                  </a:cubicBezTo>
                  <a:cubicBezTo>
                    <a:pt x="623" y="257"/>
                    <a:pt x="550" y="88"/>
                    <a:pt x="330" y="23"/>
                  </a:cubicBezTo>
                  <a:cubicBezTo>
                    <a:pt x="265" y="3"/>
                    <a:pt x="138" y="0"/>
                    <a:pt x="62" y="0"/>
                  </a:cubicBezTo>
                  <a:cubicBezTo>
                    <a:pt x="25" y="0"/>
                    <a:pt x="0" y="0"/>
                    <a:pt x="0" y="0"/>
                  </a:cubicBezTo>
                  <a:cubicBezTo>
                    <a:pt x="0" y="0"/>
                    <a:pt x="158" y="102"/>
                    <a:pt x="248" y="268"/>
                  </a:cubicBezTo>
                  <a:cubicBezTo>
                    <a:pt x="305" y="376"/>
                    <a:pt x="319" y="469"/>
                    <a:pt x="327" y="500"/>
                  </a:cubicBezTo>
                  <a:cubicBezTo>
                    <a:pt x="505" y="503"/>
                    <a:pt x="578" y="584"/>
                    <a:pt x="680" y="768"/>
                  </a:cubicBezTo>
                  <a:cubicBezTo>
                    <a:pt x="702" y="807"/>
                    <a:pt x="725" y="850"/>
                    <a:pt x="748" y="889"/>
                  </a:cubicBezTo>
                  <a:lnTo>
                    <a:pt x="748" y="889"/>
                  </a:lnTo>
                  <a:lnTo>
                    <a:pt x="748" y="889"/>
                  </a:lnTo>
                  <a:cubicBezTo>
                    <a:pt x="717" y="838"/>
                    <a:pt x="680" y="785"/>
                    <a:pt x="646" y="740"/>
                  </a:cubicBezTo>
                  <a:cubicBezTo>
                    <a:pt x="573" y="641"/>
                    <a:pt x="477" y="545"/>
                    <a:pt x="333" y="542"/>
                  </a:cubicBezTo>
                  <a:cubicBezTo>
                    <a:pt x="299" y="542"/>
                    <a:pt x="288" y="542"/>
                    <a:pt x="276" y="542"/>
                  </a:cubicBezTo>
                  <a:cubicBezTo>
                    <a:pt x="262" y="542"/>
                    <a:pt x="245" y="542"/>
                    <a:pt x="192" y="542"/>
                  </a:cubicBezTo>
                  <a:cubicBezTo>
                    <a:pt x="350" y="630"/>
                    <a:pt x="361" y="847"/>
                    <a:pt x="463" y="988"/>
                  </a:cubicBezTo>
                  <a:cubicBezTo>
                    <a:pt x="553" y="1118"/>
                    <a:pt x="635" y="1224"/>
                    <a:pt x="866" y="1269"/>
                  </a:cubicBezTo>
                  <a:cubicBezTo>
                    <a:pt x="900" y="1275"/>
                    <a:pt x="976" y="1286"/>
                    <a:pt x="1013" y="1286"/>
                  </a:cubicBezTo>
                  <a:cubicBezTo>
                    <a:pt x="968" y="1238"/>
                    <a:pt x="931" y="1183"/>
                    <a:pt x="889" y="1112"/>
                  </a:cubicBezTo>
                </a:path>
              </a:pathLst>
            </a:custGeom>
            <a:gradFill>
              <a:gsLst>
                <a:gs pos="0">
                  <a:srgbClr val="86D500"/>
                </a:gs>
                <a:gs pos="100000">
                  <a:srgbClr val="4C9E00"/>
                </a:gs>
              </a:gsLst>
              <a:lin ang="2700000" scaled="0"/>
            </a:gradFill>
            <a:ln>
              <a:noFill/>
            </a:ln>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972">
                <a:solidFill>
                  <a:schemeClr val="lt1"/>
                </a:solidFill>
                <a:latin typeface="+mn-lt"/>
                <a:ea typeface="+mn-ea"/>
                <a:cs typeface="+mn-cs"/>
              </a:endParaRPr>
            </a:p>
          </p:txBody>
        </p:sp>
      </p:grpSp>
    </p:spTree>
    <p:extLst>
      <p:ext uri="{BB962C8B-B14F-4D97-AF65-F5344CB8AC3E}">
        <p14:creationId xmlns:p14="http://schemas.microsoft.com/office/powerpoint/2010/main" val="261748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2" name="Round Single Corner Rectangle 6">
            <a:extLst>
              <a:ext uri="{FF2B5EF4-FFF2-40B4-BE49-F238E27FC236}">
                <a16:creationId xmlns:a16="http://schemas.microsoft.com/office/drawing/2014/main" id="{C3BF0BD0-9FA1-4BD5-991C-4A55D82571F7}"/>
              </a:ext>
            </a:extLst>
          </p:cNvPr>
          <p:cNvSpPr/>
          <p:nvPr userDrawn="1"/>
        </p:nvSpPr>
        <p:spPr>
          <a:xfrm flipV="1">
            <a:off x="0" y="-1"/>
            <a:ext cx="12192000" cy="881691"/>
          </a:xfrm>
          <a:prstGeom prst="round1Rect">
            <a:avLst>
              <a:gd name="adj" fmla="val 49531"/>
            </a:avLst>
          </a:prstGeom>
          <a:gradFill flip="none" rotWithShape="1">
            <a:gsLst>
              <a:gs pos="0">
                <a:schemeClr val="tx2"/>
              </a:gs>
              <a:gs pos="87000">
                <a:schemeClr val="accent1"/>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title" hasCustomPrompt="1"/>
          </p:nvPr>
        </p:nvSpPr>
        <p:spPr>
          <a:xfrm>
            <a:off x="457200" y="1"/>
            <a:ext cx="10119146" cy="881690"/>
          </a:xfrm>
        </p:spPr>
        <p:txBody>
          <a:bodyPr anchor="ctr">
            <a:normAutofit/>
          </a:bodyPr>
          <a:lstStyle>
            <a:lvl1pPr>
              <a:defRPr sz="3000">
                <a:solidFill>
                  <a:schemeClr val="bg1"/>
                </a:solidFill>
              </a:defRPr>
            </a:lvl1pPr>
          </a:lstStyle>
          <a:p>
            <a:r>
              <a:rPr lang="en-US"/>
              <a:t>Page Header Example</a:t>
            </a:r>
          </a:p>
        </p:txBody>
      </p:sp>
      <p:sp>
        <p:nvSpPr>
          <p:cNvPr id="3" name="Content Placeholder 2"/>
          <p:cNvSpPr>
            <a:spLocks noGrp="1"/>
          </p:cNvSpPr>
          <p:nvPr>
            <p:ph idx="1"/>
          </p:nvPr>
        </p:nvSpPr>
        <p:spPr>
          <a:xfrm>
            <a:off x="457200" y="1136074"/>
            <a:ext cx="11277600" cy="4956224"/>
          </a:xfrm>
        </p:spPr>
        <p:txBody>
          <a:bodyPr>
            <a:normAutofit/>
          </a:bodyPr>
          <a:lstStyle>
            <a:lvl1pPr marL="0" indent="0">
              <a:buNone/>
              <a:defRPr sz="2400"/>
            </a:lvl1pPr>
            <a:lvl2pPr>
              <a:defRPr sz="1800"/>
            </a:lvl2pPr>
            <a:lvl3pPr marL="1143000" indent="-228600">
              <a:buFont typeface=".AppleSystemUIFont" charset="-120"/>
              <a:buChar char="-"/>
              <a:defRPr sz="1800"/>
            </a:lvl3pPr>
            <a:lvl4pPr>
              <a:defRPr sz="1800"/>
            </a:lvl4pPr>
            <a:lvl5pPr>
              <a:defRPr sz="1800"/>
            </a:lvl5pPr>
          </a:lstStyle>
          <a:p>
            <a:pPr lvl="0"/>
            <a:r>
              <a:rPr lang="en-US"/>
              <a:t>Click to edit Master text styles</a:t>
            </a:r>
          </a:p>
          <a:p>
            <a:pPr lvl="1"/>
            <a:endParaRPr lang="en-US"/>
          </a:p>
          <a:p>
            <a:pPr lvl="1"/>
            <a:r>
              <a:rPr lang="en-US"/>
              <a:t>Second level</a:t>
            </a:r>
          </a:p>
          <a:p>
            <a:pPr lvl="2"/>
            <a:r>
              <a:rPr lang="en-US"/>
              <a:t>Third level</a:t>
            </a:r>
          </a:p>
        </p:txBody>
      </p:sp>
      <p:sp>
        <p:nvSpPr>
          <p:cNvPr id="4" name="Date Placeholder 3"/>
          <p:cNvSpPr>
            <a:spLocks noGrp="1"/>
          </p:cNvSpPr>
          <p:nvPr>
            <p:ph type="dt" sz="half" idx="10"/>
          </p:nvPr>
        </p:nvSpPr>
        <p:spPr>
          <a:xfrm>
            <a:off x="10281138" y="6416784"/>
            <a:ext cx="1453661" cy="319929"/>
          </a:xfrm>
          <a:prstGeom prst="rect">
            <a:avLst/>
          </a:prstGeom>
        </p:spPr>
        <p:txBody>
          <a:bodyPr/>
          <a:lstStyle>
            <a:lvl1pPr algn="r">
              <a:defRPr/>
            </a:lvl1pPr>
          </a:lstStyle>
          <a:p>
            <a:endParaRPr lang="en-US"/>
          </a:p>
        </p:txBody>
      </p:sp>
      <p:sp>
        <p:nvSpPr>
          <p:cNvPr id="5" name="Footer Placeholder 4"/>
          <p:cNvSpPr>
            <a:spLocks noGrp="1"/>
          </p:cNvSpPr>
          <p:nvPr>
            <p:ph type="ftr" sz="quarter" idx="11"/>
          </p:nvPr>
        </p:nvSpPr>
        <p:spPr>
          <a:xfrm>
            <a:off x="457200" y="6450034"/>
            <a:ext cx="2171700" cy="319929"/>
          </a:xfrm>
          <a:prstGeom prst="rect">
            <a:avLst/>
          </a:prstGeom>
        </p:spPr>
        <p:txBody>
          <a:bodyPr lIns="0" tIns="0" rIns="0" bIns="0" anchor="ctr"/>
          <a:lstStyle>
            <a:lvl1pPr marL="0" marR="0" indent="0" algn="l" defTabSz="914400" rtl="0" eaLnBrk="1" fontAlgn="auto" latinLnBrk="0" hangingPunct="1">
              <a:lnSpc>
                <a:spcPct val="100000"/>
              </a:lnSpc>
              <a:spcBef>
                <a:spcPts val="0"/>
              </a:spcBef>
              <a:spcAft>
                <a:spcPts val="0"/>
              </a:spcAft>
              <a:buClrTx/>
              <a:buSzTx/>
              <a:buFontTx/>
              <a:buNone/>
              <a:tabLst/>
              <a:defRPr lang="en-US" sz="600" smtClean="0">
                <a:solidFill>
                  <a:schemeClr val="accent6"/>
                </a:solidFill>
                <a:effectLst/>
              </a:defRPr>
            </a:lvl1pPr>
          </a:lstStyle>
          <a:p>
            <a:endParaRPr lang="en-US"/>
          </a:p>
        </p:txBody>
      </p:sp>
      <p:sp>
        <p:nvSpPr>
          <p:cNvPr id="6" name="Slide Number Placeholder 5"/>
          <p:cNvSpPr>
            <a:spLocks noGrp="1"/>
          </p:cNvSpPr>
          <p:nvPr>
            <p:ph type="sldNum" sz="quarter" idx="12"/>
          </p:nvPr>
        </p:nvSpPr>
        <p:spPr>
          <a:xfrm>
            <a:off x="11351655" y="237620"/>
            <a:ext cx="383144" cy="466342"/>
          </a:xfrm>
          <a:prstGeom prst="rect">
            <a:avLst/>
          </a:prstGeom>
        </p:spPr>
        <p:txBody>
          <a:bodyPr/>
          <a:lstStyle>
            <a:lvl1pPr>
              <a:defRPr sz="1100">
                <a:solidFill>
                  <a:schemeClr val="bg1"/>
                </a:solidFill>
              </a:defRPr>
            </a:lvl1pPr>
          </a:lstStyle>
          <a:p>
            <a:fld id="{FA03715B-06FD-AD46-ADCA-96DA37DE3FF5}" type="slidenum">
              <a:rPr lang="en-US" smtClean="0"/>
              <a:pPr/>
              <a:t>‹#›</a:t>
            </a:fld>
            <a:endParaRPr lang="en-US"/>
          </a:p>
        </p:txBody>
      </p:sp>
      <p:cxnSp>
        <p:nvCxnSpPr>
          <p:cNvPr id="10" name="Straight Connector 9"/>
          <p:cNvCxnSpPr/>
          <p:nvPr userDrawn="1"/>
        </p:nvCxnSpPr>
        <p:spPr>
          <a:xfrm>
            <a:off x="0" y="6401546"/>
            <a:ext cx="121920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userDrawn="1"/>
        </p:nvCxnSpPr>
        <p:spPr>
          <a:xfrm flipH="1">
            <a:off x="11276918" y="145091"/>
            <a:ext cx="167756" cy="6514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78100" y="251770"/>
            <a:ext cx="443829" cy="438043"/>
          </a:xfrm>
          <a:prstGeom prst="rect">
            <a:avLst/>
          </a:prstGeom>
        </p:spPr>
      </p:pic>
    </p:spTree>
    <p:extLst>
      <p:ext uri="{BB962C8B-B14F-4D97-AF65-F5344CB8AC3E}">
        <p14:creationId xmlns:p14="http://schemas.microsoft.com/office/powerpoint/2010/main" val="4265000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1"/>
            <a:ext cx="10119146" cy="881690"/>
          </a:xfrm>
        </p:spPr>
        <p:txBody>
          <a:bodyPr anchor="ctr">
            <a:normAutofit/>
          </a:bodyPr>
          <a:lstStyle>
            <a:lvl1pPr>
              <a:defRPr sz="3000">
                <a:solidFill>
                  <a:schemeClr val="bg1"/>
                </a:solidFill>
              </a:defRPr>
            </a:lvl1pPr>
          </a:lstStyle>
          <a:p>
            <a:r>
              <a:rPr lang="en-US"/>
              <a:t>Page Header Example</a:t>
            </a:r>
          </a:p>
        </p:txBody>
      </p:sp>
      <p:sp>
        <p:nvSpPr>
          <p:cNvPr id="4" name="Date Placeholder 3"/>
          <p:cNvSpPr>
            <a:spLocks noGrp="1"/>
          </p:cNvSpPr>
          <p:nvPr>
            <p:ph type="dt" sz="half" idx="10"/>
          </p:nvPr>
        </p:nvSpPr>
        <p:spPr>
          <a:xfrm>
            <a:off x="11049000" y="6416784"/>
            <a:ext cx="767255" cy="319929"/>
          </a:xfrm>
          <a:prstGeom prst="rect">
            <a:avLst/>
          </a:prstGeom>
        </p:spPr>
        <p:txBody>
          <a:bodyPr/>
          <a:lstStyle>
            <a:lvl1pPr algn="r">
              <a:defRPr/>
            </a:lvl1pPr>
          </a:lstStyle>
          <a:p>
            <a:fld id="{6ED0C8D3-0256-BA40-BBC7-1D1CD46A477D}" type="datetime1">
              <a:rPr lang="en-US" smtClean="0"/>
              <a:t>7/15/26</a:t>
            </a:fld>
            <a:endParaRPr lang="en-US"/>
          </a:p>
        </p:txBody>
      </p:sp>
      <p:sp>
        <p:nvSpPr>
          <p:cNvPr id="5" name="Footer Placeholder 4"/>
          <p:cNvSpPr>
            <a:spLocks noGrp="1"/>
          </p:cNvSpPr>
          <p:nvPr>
            <p:ph type="ftr" sz="quarter" idx="11"/>
          </p:nvPr>
        </p:nvSpPr>
        <p:spPr>
          <a:xfrm>
            <a:off x="457200" y="6416784"/>
            <a:ext cx="2171700" cy="319929"/>
          </a:xfrm>
          <a:prstGeom prst="rect">
            <a:avLst/>
          </a:prstGeom>
        </p:spPr>
        <p:txBody>
          <a:bodyPr lIns="0" tIns="0" rIns="0" bIns="0" anchor="ctr"/>
          <a:lstStyle>
            <a:lvl1pPr marL="0" marR="0" indent="0" algn="l" defTabSz="914400" rtl="0" eaLnBrk="1" fontAlgn="auto" latinLnBrk="0" hangingPunct="1">
              <a:lnSpc>
                <a:spcPct val="100000"/>
              </a:lnSpc>
              <a:spcBef>
                <a:spcPts val="0"/>
              </a:spcBef>
              <a:spcAft>
                <a:spcPts val="0"/>
              </a:spcAft>
              <a:buClrTx/>
              <a:buSzTx/>
              <a:buFontTx/>
              <a:buNone/>
              <a:tabLst/>
              <a:defRPr lang="en-US" sz="1000" smtClean="0">
                <a:solidFill>
                  <a:schemeClr val="accent6"/>
                </a:solidFill>
                <a:effectLst/>
              </a:defRPr>
            </a:lvl1pPr>
          </a:lstStyle>
          <a:p>
            <a:endParaRPr lang="en-US"/>
          </a:p>
        </p:txBody>
      </p:sp>
      <p:sp>
        <p:nvSpPr>
          <p:cNvPr id="9" name="Content Placeholder 8">
            <a:extLst>
              <a:ext uri="{FF2B5EF4-FFF2-40B4-BE49-F238E27FC236}">
                <a16:creationId xmlns:a16="http://schemas.microsoft.com/office/drawing/2014/main" id="{7F2AAF58-190D-B343-93A2-C6081B9D618C}"/>
              </a:ext>
            </a:extLst>
          </p:cNvPr>
          <p:cNvSpPr>
            <a:spLocks noGrp="1"/>
          </p:cNvSpPr>
          <p:nvPr>
            <p:ph sz="quarter" idx="12"/>
          </p:nvPr>
        </p:nvSpPr>
        <p:spPr>
          <a:xfrm>
            <a:off x="520700" y="1397000"/>
            <a:ext cx="10833100" cy="4483100"/>
          </a:xfrm>
        </p:spPr>
        <p:txBody>
          <a:bodyPr/>
          <a:lstStyle>
            <a:lvl1pPr>
              <a:defRPr>
                <a:latin typeface="+mj-lt"/>
              </a:defRPr>
            </a:lvl1pPr>
            <a:lvl2pPr>
              <a:defRPr>
                <a:solidFill>
                  <a:srgbClr val="828587"/>
                </a:solidFill>
                <a:latin typeface="+mj-lt"/>
              </a:defRPr>
            </a:lvl2pPr>
            <a:lvl3pPr>
              <a:defRPr>
                <a:solidFill>
                  <a:srgbClr val="828587"/>
                </a:solidFill>
                <a:latin typeface="+mj-lt"/>
              </a:defRPr>
            </a:lvl3pPr>
            <a:lvl4pPr>
              <a:defRPr>
                <a:solidFill>
                  <a:srgbClr val="828587"/>
                </a:solidFill>
                <a:latin typeface="+mj-lt"/>
              </a:defRPr>
            </a:lvl4pPr>
            <a:lvl5pPr>
              <a:defRPr>
                <a:solidFill>
                  <a:srgbClr val="828587"/>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1097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2" name="Date Placeholder 3"/>
          <p:cNvSpPr>
            <a:spLocks noGrp="1"/>
          </p:cNvSpPr>
          <p:nvPr>
            <p:ph type="dt" sz="half" idx="10"/>
          </p:nvPr>
        </p:nvSpPr>
        <p:spPr>
          <a:xfrm>
            <a:off x="10269416" y="6416784"/>
            <a:ext cx="1465384" cy="319929"/>
          </a:xfrm>
          <a:prstGeom prst="rect">
            <a:avLst/>
          </a:prstGeom>
        </p:spPr>
        <p:txBody>
          <a:bodyPr/>
          <a:lstStyle>
            <a:lvl1pPr algn="r">
              <a:defRPr/>
            </a:lvl1pPr>
          </a:lstStyle>
          <a:p>
            <a:fld id="{E7D7CE5B-AD84-2C42-975A-F96588BC9F44}" type="datetime1">
              <a:rPr lang="en-US" smtClean="0"/>
              <a:t>7/15/26</a:t>
            </a:fld>
            <a:endParaRPr lang="en-US"/>
          </a:p>
        </p:txBody>
      </p:sp>
      <p:sp>
        <p:nvSpPr>
          <p:cNvPr id="13" name="Footer Placeholder 4"/>
          <p:cNvSpPr>
            <a:spLocks noGrp="1"/>
          </p:cNvSpPr>
          <p:nvPr>
            <p:ph type="ftr" sz="quarter" idx="11"/>
          </p:nvPr>
        </p:nvSpPr>
        <p:spPr>
          <a:xfrm>
            <a:off x="457200" y="6416784"/>
            <a:ext cx="2171700" cy="319929"/>
          </a:xfrm>
          <a:prstGeom prst="rect">
            <a:avLst/>
          </a:prstGeom>
        </p:spPr>
        <p:txBody>
          <a:bodyPr lIns="0" tIns="0" rIns="0" bIns="0" anchor="ctr"/>
          <a:lstStyle>
            <a:lvl1pPr marL="0" marR="0" indent="0" algn="l" defTabSz="914400" rtl="0" eaLnBrk="1" fontAlgn="auto" latinLnBrk="0" hangingPunct="1">
              <a:lnSpc>
                <a:spcPct val="100000"/>
              </a:lnSpc>
              <a:spcBef>
                <a:spcPts val="0"/>
              </a:spcBef>
              <a:spcAft>
                <a:spcPts val="0"/>
              </a:spcAft>
              <a:buClrTx/>
              <a:buSzTx/>
              <a:buFontTx/>
              <a:buNone/>
              <a:tabLst/>
              <a:defRPr lang="en-US" sz="1000" smtClean="0">
                <a:solidFill>
                  <a:schemeClr val="accent6"/>
                </a:solidFill>
                <a:effectLst/>
              </a:defRPr>
            </a:lvl1pPr>
          </a:lstStyle>
          <a:p>
            <a:endParaRPr lang="en-US"/>
          </a:p>
        </p:txBody>
      </p:sp>
      <p:sp>
        <p:nvSpPr>
          <p:cNvPr id="15" name="Title 1"/>
          <p:cNvSpPr>
            <a:spLocks noGrp="1"/>
          </p:cNvSpPr>
          <p:nvPr>
            <p:ph type="title" hasCustomPrompt="1"/>
          </p:nvPr>
        </p:nvSpPr>
        <p:spPr>
          <a:xfrm>
            <a:off x="457200" y="1"/>
            <a:ext cx="10119146" cy="881690"/>
          </a:xfrm>
        </p:spPr>
        <p:txBody>
          <a:bodyPr anchor="ctr">
            <a:normAutofit/>
          </a:bodyPr>
          <a:lstStyle>
            <a:lvl1pPr>
              <a:defRPr sz="3000">
                <a:solidFill>
                  <a:schemeClr val="bg1"/>
                </a:solidFill>
              </a:defRPr>
            </a:lvl1pPr>
          </a:lstStyle>
          <a:p>
            <a:r>
              <a:rPr lang="en-US"/>
              <a:t>Page Header Example</a:t>
            </a:r>
          </a:p>
        </p:txBody>
      </p:sp>
      <p:sp>
        <p:nvSpPr>
          <p:cNvPr id="6" name="Content Placeholder 5">
            <a:extLst>
              <a:ext uri="{FF2B5EF4-FFF2-40B4-BE49-F238E27FC236}">
                <a16:creationId xmlns:a16="http://schemas.microsoft.com/office/drawing/2014/main" id="{B834BCE0-BFE6-2345-AC07-8AE3168FD9EC}"/>
              </a:ext>
            </a:extLst>
          </p:cNvPr>
          <p:cNvSpPr>
            <a:spLocks noGrp="1"/>
          </p:cNvSpPr>
          <p:nvPr>
            <p:ph sz="quarter" idx="12"/>
          </p:nvPr>
        </p:nvSpPr>
        <p:spPr>
          <a:xfrm>
            <a:off x="609600" y="1397000"/>
            <a:ext cx="5080000" cy="4241800"/>
          </a:xfrm>
        </p:spPr>
        <p:txBody>
          <a:bodyPr/>
          <a:lstStyle>
            <a:lvl1pPr>
              <a:defRPr>
                <a:latin typeface="+mj-lt"/>
              </a:defRPr>
            </a:lvl1pPr>
            <a:lvl2pPr>
              <a:defRPr>
                <a:solidFill>
                  <a:srgbClr val="828587"/>
                </a:solidFill>
                <a:latin typeface="+mj-lt"/>
              </a:defRPr>
            </a:lvl2pPr>
            <a:lvl3pPr>
              <a:defRPr>
                <a:solidFill>
                  <a:srgbClr val="828587"/>
                </a:solidFill>
                <a:latin typeface="+mj-lt"/>
              </a:defRPr>
            </a:lvl3pPr>
            <a:lvl4pPr>
              <a:defRPr>
                <a:solidFill>
                  <a:srgbClr val="828587"/>
                </a:solidFill>
                <a:latin typeface="+mj-lt"/>
              </a:defRPr>
            </a:lvl4pPr>
            <a:lvl5pPr>
              <a:defRPr>
                <a:solidFill>
                  <a:srgbClr val="828587"/>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5">
            <a:extLst>
              <a:ext uri="{FF2B5EF4-FFF2-40B4-BE49-F238E27FC236}">
                <a16:creationId xmlns:a16="http://schemas.microsoft.com/office/drawing/2014/main" id="{C426019A-EC8B-3B40-8DA5-3F69FB665E45}"/>
              </a:ext>
            </a:extLst>
          </p:cNvPr>
          <p:cNvSpPr>
            <a:spLocks noGrp="1"/>
          </p:cNvSpPr>
          <p:nvPr>
            <p:ph sz="quarter" idx="13"/>
          </p:nvPr>
        </p:nvSpPr>
        <p:spPr>
          <a:xfrm>
            <a:off x="6045200" y="1384300"/>
            <a:ext cx="5232400" cy="42418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20221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mp; Imag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396448"/>
            <a:ext cx="5541264" cy="4149750"/>
          </a:xfrm>
        </p:spPr>
        <p:txBody>
          <a:bodyPr/>
          <a:lstStyle>
            <a:lvl1pPr>
              <a:defRPr sz="2400">
                <a:latin typeface="Arial" panose="020B0604020202020204" pitchFamily="34" charset="0"/>
                <a:cs typeface="Arial" panose="020B0604020202020204" pitchFamily="34" charset="0"/>
              </a:defRPr>
            </a:lvl1pPr>
            <a:lvl2pPr>
              <a:defRPr>
                <a:solidFill>
                  <a:srgbClr val="828587"/>
                </a:solidFill>
                <a:latin typeface="Arial" panose="020B0604020202020204" pitchFamily="34" charset="0"/>
                <a:cs typeface="Arial" panose="020B0604020202020204" pitchFamily="34" charset="0"/>
              </a:defRPr>
            </a:lvl2pPr>
            <a:lvl3pPr>
              <a:defRPr>
                <a:solidFill>
                  <a:srgbClr val="828587"/>
                </a:solidFill>
              </a:defRPr>
            </a:lvl3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a:t>Click to edit Master text styles</a:t>
            </a:r>
          </a:p>
          <a:p>
            <a:pPr lvl="1"/>
            <a:endParaRPr lang="en-US"/>
          </a:p>
          <a:p>
            <a:pPr lvl="1"/>
            <a:r>
              <a:rPr lang="en-US"/>
              <a:t>Second level</a:t>
            </a:r>
          </a:p>
          <a:p>
            <a:pPr lvl="2"/>
            <a:r>
              <a:rPr lang="en-US"/>
              <a:t>Third level</a:t>
            </a:r>
          </a:p>
        </p:txBody>
      </p:sp>
      <p:sp>
        <p:nvSpPr>
          <p:cNvPr id="4" name="Content Placeholder 3"/>
          <p:cNvSpPr>
            <a:spLocks noGrp="1"/>
          </p:cNvSpPr>
          <p:nvPr>
            <p:ph sz="half" idx="2" hasCustomPrompt="1"/>
          </p:nvPr>
        </p:nvSpPr>
        <p:spPr>
          <a:xfrm>
            <a:off x="6197353" y="1396448"/>
            <a:ext cx="5994646" cy="4149750"/>
          </a:xfrm>
        </p:spPr>
        <p:txBody>
          <a:bodyPr/>
          <a:lstStyle>
            <a:lvl1pPr>
              <a:defRPr sz="2400">
                <a:latin typeface="Arial" panose="020B0604020202020204" pitchFamily="34" charset="0"/>
                <a:cs typeface="Arial" panose="020B0604020202020204" pitchFamily="34" charset="0"/>
              </a:defRPr>
            </a:lvl1pPr>
          </a:lstStyle>
          <a:p>
            <a:pPr lvl="0"/>
            <a:r>
              <a:rPr lang="en-US"/>
              <a:t>INSERT IMAGE HERE</a:t>
            </a:r>
          </a:p>
        </p:txBody>
      </p:sp>
      <p:sp>
        <p:nvSpPr>
          <p:cNvPr id="12" name="Date Placeholder 3"/>
          <p:cNvSpPr>
            <a:spLocks noGrp="1"/>
          </p:cNvSpPr>
          <p:nvPr>
            <p:ph type="dt" sz="half" idx="10"/>
          </p:nvPr>
        </p:nvSpPr>
        <p:spPr>
          <a:xfrm>
            <a:off x="10257692" y="6416784"/>
            <a:ext cx="1477107" cy="319929"/>
          </a:xfrm>
          <a:prstGeom prst="rect">
            <a:avLst/>
          </a:prstGeom>
        </p:spPr>
        <p:txBody>
          <a:bodyPr/>
          <a:lstStyle>
            <a:lvl1pPr algn="r">
              <a:defRPr/>
            </a:lvl1pPr>
          </a:lstStyle>
          <a:p>
            <a:fld id="{0DF4B9C9-E14C-FA40-B50E-E2239BA70A18}" type="datetime1">
              <a:rPr lang="en-US" smtClean="0"/>
              <a:t>7/15/26</a:t>
            </a:fld>
            <a:endParaRPr lang="en-US"/>
          </a:p>
        </p:txBody>
      </p:sp>
      <p:sp>
        <p:nvSpPr>
          <p:cNvPr id="13" name="Footer Placeholder 4"/>
          <p:cNvSpPr>
            <a:spLocks noGrp="1"/>
          </p:cNvSpPr>
          <p:nvPr>
            <p:ph type="ftr" sz="quarter" idx="11"/>
          </p:nvPr>
        </p:nvSpPr>
        <p:spPr>
          <a:xfrm>
            <a:off x="457200" y="6416784"/>
            <a:ext cx="2171700" cy="319929"/>
          </a:xfrm>
          <a:prstGeom prst="rect">
            <a:avLst/>
          </a:prstGeom>
        </p:spPr>
        <p:txBody>
          <a:bodyPr lIns="0" tIns="0" rIns="0" bIns="0" anchor="ctr"/>
          <a:lstStyle>
            <a:lvl1pPr marL="0" marR="0" indent="0" algn="l" defTabSz="914400" rtl="0" eaLnBrk="1" fontAlgn="auto" latinLnBrk="0" hangingPunct="1">
              <a:lnSpc>
                <a:spcPct val="100000"/>
              </a:lnSpc>
              <a:spcBef>
                <a:spcPts val="0"/>
              </a:spcBef>
              <a:spcAft>
                <a:spcPts val="0"/>
              </a:spcAft>
              <a:buClrTx/>
              <a:buSzTx/>
              <a:buFontTx/>
              <a:buNone/>
              <a:tabLst/>
              <a:defRPr lang="en-US" sz="1000" smtClean="0">
                <a:solidFill>
                  <a:schemeClr val="accent6"/>
                </a:solidFill>
                <a:effectLst/>
              </a:defRPr>
            </a:lvl1pPr>
          </a:lstStyle>
          <a:p>
            <a:endParaRPr lang="en-US"/>
          </a:p>
        </p:txBody>
      </p:sp>
      <p:sp>
        <p:nvSpPr>
          <p:cNvPr id="15" name="Title 1"/>
          <p:cNvSpPr>
            <a:spLocks noGrp="1"/>
          </p:cNvSpPr>
          <p:nvPr>
            <p:ph type="title" hasCustomPrompt="1"/>
          </p:nvPr>
        </p:nvSpPr>
        <p:spPr>
          <a:xfrm>
            <a:off x="457200" y="0"/>
            <a:ext cx="10119146" cy="881691"/>
          </a:xfrm>
        </p:spPr>
        <p:txBody>
          <a:bodyPr anchor="ctr">
            <a:normAutofit/>
          </a:bodyPr>
          <a:lstStyle>
            <a:lvl1pPr>
              <a:defRPr sz="3000">
                <a:solidFill>
                  <a:schemeClr val="bg1"/>
                </a:solidFill>
              </a:defRPr>
            </a:lvl1pPr>
          </a:lstStyle>
          <a:p>
            <a:r>
              <a:rPr lang="en-US"/>
              <a:t>Page Header Example</a:t>
            </a:r>
          </a:p>
        </p:txBody>
      </p:sp>
    </p:spTree>
    <p:extLst>
      <p:ext uri="{BB962C8B-B14F-4D97-AF65-F5344CB8AC3E}">
        <p14:creationId xmlns:p14="http://schemas.microsoft.com/office/powerpoint/2010/main" val="2666607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image" Target="../media/image17.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2954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2"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10778100" y="251770"/>
            <a:ext cx="443829" cy="438043"/>
          </a:xfrm>
          <a:prstGeom prst="rect">
            <a:avLst/>
          </a:prstGeom>
        </p:spPr>
      </p:pic>
      <p:sp>
        <p:nvSpPr>
          <p:cNvPr id="2" name="Title Placeholder 1"/>
          <p:cNvSpPr>
            <a:spLocks noGrp="1"/>
          </p:cNvSpPr>
          <p:nvPr>
            <p:ph type="title"/>
          </p:nvPr>
        </p:nvSpPr>
        <p:spPr>
          <a:xfrm>
            <a:off x="457200" y="-1"/>
            <a:ext cx="10119146" cy="88169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136073"/>
            <a:ext cx="11277598" cy="4939292"/>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lang="en-US"/>
              <a:t>Click to edit Master text styles</a:t>
            </a:r>
          </a:p>
          <a:p>
            <a:pPr lvl="1"/>
            <a:r>
              <a:rPr lang="en-US"/>
              <a:t>Second level</a:t>
            </a:r>
          </a:p>
          <a:p>
            <a:pPr lvl="2"/>
            <a:r>
              <a:rPr lang="en-US"/>
              <a:t>Third level</a:t>
            </a:r>
          </a:p>
        </p:txBody>
      </p:sp>
      <p:sp>
        <p:nvSpPr>
          <p:cNvPr id="11" name="Date Placeholder 3">
            <a:extLst>
              <a:ext uri="{FF2B5EF4-FFF2-40B4-BE49-F238E27FC236}">
                <a16:creationId xmlns:a16="http://schemas.microsoft.com/office/drawing/2014/main" id="{576FD331-2439-F748-9AE5-22C34C9B3637}"/>
              </a:ext>
            </a:extLst>
          </p:cNvPr>
          <p:cNvSpPr>
            <a:spLocks noGrp="1"/>
          </p:cNvSpPr>
          <p:nvPr>
            <p:ph type="dt" sz="half" idx="2"/>
          </p:nvPr>
        </p:nvSpPr>
        <p:spPr>
          <a:xfrm>
            <a:off x="10998926" y="6416784"/>
            <a:ext cx="758580" cy="319929"/>
          </a:xfrm>
          <a:prstGeom prst="rect">
            <a:avLst/>
          </a:prstGeom>
        </p:spPr>
        <p:txBody>
          <a:bodyPr anchor="ctr"/>
          <a:lstStyle>
            <a:lvl1pPr algn="r">
              <a:defRPr sz="1000">
                <a:solidFill>
                  <a:srgbClr val="828587"/>
                </a:solidFill>
              </a:defRPr>
            </a:lvl1pPr>
          </a:lstStyle>
          <a:p>
            <a:fld id="{3BB3523C-A8B6-274A-990E-F39F0F98DFBB}" type="datetime1">
              <a:rPr lang="en-US" smtClean="0"/>
              <a:t>7/15/26</a:t>
            </a:fld>
            <a:endParaRPr lang="en-US"/>
          </a:p>
        </p:txBody>
      </p:sp>
      <p:sp>
        <p:nvSpPr>
          <p:cNvPr id="12" name="Footer Placeholder 4">
            <a:extLst>
              <a:ext uri="{FF2B5EF4-FFF2-40B4-BE49-F238E27FC236}">
                <a16:creationId xmlns:a16="http://schemas.microsoft.com/office/drawing/2014/main" id="{76B2DAFB-DE06-DB4B-8FF1-F216F3F75F9A}"/>
              </a:ext>
            </a:extLst>
          </p:cNvPr>
          <p:cNvSpPr>
            <a:spLocks noGrp="1"/>
          </p:cNvSpPr>
          <p:nvPr>
            <p:ph type="ftr" sz="quarter" idx="3"/>
          </p:nvPr>
        </p:nvSpPr>
        <p:spPr>
          <a:xfrm>
            <a:off x="457200" y="6416784"/>
            <a:ext cx="2171700" cy="319929"/>
          </a:xfrm>
          <a:prstGeom prst="rect">
            <a:avLst/>
          </a:prstGeom>
        </p:spPr>
        <p:txBody>
          <a:bodyPr lIns="0" tIns="0" rIns="0" bIns="0" anchor="ctr"/>
          <a:lstStyle>
            <a:lvl1pPr marL="0" marR="0" indent="0" algn="l" defTabSz="914400" rtl="0" eaLnBrk="1" fontAlgn="auto" latinLnBrk="0" hangingPunct="1">
              <a:lnSpc>
                <a:spcPct val="100000"/>
              </a:lnSpc>
              <a:spcBef>
                <a:spcPts val="0"/>
              </a:spcBef>
              <a:spcAft>
                <a:spcPts val="0"/>
              </a:spcAft>
              <a:buClrTx/>
              <a:buSzTx/>
              <a:buFontTx/>
              <a:buNone/>
              <a:tabLst/>
              <a:defRPr lang="en-US" sz="1000" smtClean="0">
                <a:solidFill>
                  <a:srgbClr val="828587"/>
                </a:solidFill>
                <a:effectLst/>
              </a:defRPr>
            </a:lvl1pPr>
          </a:lstStyle>
          <a:p>
            <a:endParaRPr lang="en-US"/>
          </a:p>
        </p:txBody>
      </p:sp>
      <p:cxnSp>
        <p:nvCxnSpPr>
          <p:cNvPr id="16" name="Straight Connector 15">
            <a:extLst>
              <a:ext uri="{FF2B5EF4-FFF2-40B4-BE49-F238E27FC236}">
                <a16:creationId xmlns:a16="http://schemas.microsoft.com/office/drawing/2014/main" id="{90D51A7E-7D9F-C947-BD21-0609FC683774}"/>
              </a:ext>
            </a:extLst>
          </p:cNvPr>
          <p:cNvCxnSpPr/>
          <p:nvPr userDrawn="1"/>
        </p:nvCxnSpPr>
        <p:spPr>
          <a:xfrm flipH="1">
            <a:off x="10996970" y="6401544"/>
            <a:ext cx="82296" cy="319557"/>
          </a:xfrm>
          <a:prstGeom prst="line">
            <a:avLst/>
          </a:prstGeom>
          <a:ln w="9525">
            <a:solidFill>
              <a:srgbClr val="828587"/>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4F1D653C-696F-5D48-A277-AD81BF9272F6}"/>
              </a:ext>
            </a:extLst>
          </p:cNvPr>
          <p:cNvSpPr txBox="1">
            <a:spLocks/>
          </p:cNvSpPr>
          <p:nvPr userDrawn="1"/>
        </p:nvSpPr>
        <p:spPr>
          <a:xfrm>
            <a:off x="10166169" y="6412430"/>
            <a:ext cx="722810" cy="319929"/>
          </a:xfrm>
          <a:prstGeom prst="rect">
            <a:avLst/>
          </a:prstGeom>
        </p:spPr>
        <p:txBody>
          <a:bodyPr anchor="ctr"/>
          <a:lstStyle>
            <a:defPPr>
              <a:defRPr lang="en-US"/>
            </a:defPPr>
            <a:lvl1pPr marL="0" algn="r" defTabSz="457200" rtl="0" eaLnBrk="1" latinLnBrk="0" hangingPunct="1">
              <a:defRPr sz="1000" kern="1200">
                <a:solidFill>
                  <a:srgbClr val="828587"/>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BEA1C86-7498-BC4F-BFE2-F33C7357C990}" type="slidenum">
              <a:rPr lang="en-US" smtClean="0"/>
              <a:t>‹#›</a:t>
            </a:fld>
            <a:endParaRPr lang="en-US"/>
          </a:p>
        </p:txBody>
      </p:sp>
      <p:sp>
        <p:nvSpPr>
          <p:cNvPr id="18" name="Round Single Corner Rectangle 6">
            <a:extLst>
              <a:ext uri="{FF2B5EF4-FFF2-40B4-BE49-F238E27FC236}">
                <a16:creationId xmlns:a16="http://schemas.microsoft.com/office/drawing/2014/main" id="{3A0FCC1B-B62A-F948-9BA4-50D000A68251}"/>
              </a:ext>
            </a:extLst>
          </p:cNvPr>
          <p:cNvSpPr/>
          <p:nvPr userDrawn="1"/>
        </p:nvSpPr>
        <p:spPr>
          <a:xfrm flipV="1">
            <a:off x="0" y="-1"/>
            <a:ext cx="12192000" cy="881691"/>
          </a:xfrm>
          <a:prstGeom prst="round1Rect">
            <a:avLst>
              <a:gd name="adj" fmla="val 49531"/>
            </a:avLst>
          </a:prstGeom>
          <a:gradFill flip="none" rotWithShape="1">
            <a:gsLst>
              <a:gs pos="0">
                <a:schemeClr val="tx2"/>
              </a:gs>
              <a:gs pos="87000">
                <a:schemeClr val="accent1"/>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9" name="Picture 18">
            <a:extLst>
              <a:ext uri="{FF2B5EF4-FFF2-40B4-BE49-F238E27FC236}">
                <a16:creationId xmlns:a16="http://schemas.microsoft.com/office/drawing/2014/main" id="{CC67BF6A-4597-F848-8F1E-6239D17348E8}"/>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11313677" y="251770"/>
            <a:ext cx="443829" cy="438043"/>
          </a:xfrm>
          <a:prstGeom prst="rect">
            <a:avLst/>
          </a:prstGeom>
        </p:spPr>
      </p:pic>
    </p:spTree>
    <p:extLst>
      <p:ext uri="{BB962C8B-B14F-4D97-AF65-F5344CB8AC3E}">
        <p14:creationId xmlns:p14="http://schemas.microsoft.com/office/powerpoint/2010/main" val="16684205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Lst>
  <p:hf hdr="0"/>
  <p:txStyles>
    <p:titleStyle>
      <a:lvl1pPr algn="l" defTabSz="914400" rtl="0" eaLnBrk="1" latinLnBrk="0" hangingPunct="1">
        <a:lnSpc>
          <a:spcPct val="90000"/>
        </a:lnSpc>
        <a:spcBef>
          <a:spcPct val="0"/>
        </a:spcBef>
        <a:buNone/>
        <a:defRPr sz="3000"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buFontTx/>
        <a:buNone/>
        <a:defRPr sz="2400" kern="1200">
          <a:solidFill>
            <a:schemeClr val="tx1"/>
          </a:solidFill>
          <a:latin typeface="Cambria" charset="0"/>
          <a:ea typeface="Cambria" charset="0"/>
          <a:cs typeface="Cambria" charset="0"/>
        </a:defRPr>
      </a:lvl1pPr>
      <a:lvl2pPr marL="685800" indent="-228600" algn="l" defTabSz="914400" rtl="0" eaLnBrk="1" latinLnBrk="0" hangingPunct="1">
        <a:lnSpc>
          <a:spcPct val="90000"/>
        </a:lnSpc>
        <a:spcBef>
          <a:spcPts val="500"/>
        </a:spcBef>
        <a:buFont typeface="Arial"/>
        <a:buChar char="•"/>
        <a:defRPr sz="1800" kern="1200">
          <a:solidFill>
            <a:schemeClr val="tx1"/>
          </a:solidFill>
          <a:latin typeface="Cambria" charset="0"/>
          <a:ea typeface="Cambria" charset="0"/>
          <a:cs typeface="Cambria" charset="0"/>
        </a:defRPr>
      </a:lvl2pPr>
      <a:lvl3pPr marL="1143000" indent="-228600" algn="l" defTabSz="914400" rtl="0" eaLnBrk="1" latinLnBrk="0" hangingPunct="1">
        <a:lnSpc>
          <a:spcPct val="90000"/>
        </a:lnSpc>
        <a:spcBef>
          <a:spcPts val="500"/>
        </a:spcBef>
        <a:buFont typeface=".AppleSystemUIFont" charset="-120"/>
        <a:buChar char="-"/>
        <a:defRPr sz="1800" kern="1200">
          <a:solidFill>
            <a:schemeClr val="tx1"/>
          </a:solidFill>
          <a:latin typeface="Cambria" charset="0"/>
          <a:ea typeface="Cambria" charset="0"/>
          <a:cs typeface="Cambri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Cambria" charset="0"/>
          <a:ea typeface="Cambria" charset="0"/>
          <a:cs typeface="Cambri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Cambria" charset="0"/>
          <a:ea typeface="Cambria" charset="0"/>
          <a:cs typeface="Cambri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572898-35B6-7E9A-2A32-62AD0265B361}"/>
              </a:ext>
            </a:extLst>
          </p:cNvPr>
          <p:cNvSpPr txBox="1">
            <a:spLocks/>
          </p:cNvSpPr>
          <p:nvPr/>
        </p:nvSpPr>
        <p:spPr>
          <a:xfrm>
            <a:off x="290652" y="3181350"/>
            <a:ext cx="4853490" cy="1325563"/>
          </a:xfrm>
          <a:prstGeom prst="rect">
            <a:avLst/>
          </a:prstGeom>
        </p:spPr>
        <p:txBody>
          <a:bodyPr lIns="0" tIns="0" rIns="0" bIns="0" anchor="t" anchorCtr="0"/>
          <a:lstStyle>
            <a:lvl1pPr algn="l" defTabSz="914377" rtl="0" eaLnBrk="1" latinLnBrk="0" hangingPunct="1">
              <a:lnSpc>
                <a:spcPct val="80000"/>
              </a:lnSpc>
              <a:spcBef>
                <a:spcPct val="0"/>
              </a:spcBef>
              <a:buNone/>
              <a:defRPr sz="5000" b="1" kern="1200">
                <a:solidFill>
                  <a:schemeClr val="accent4"/>
                </a:solidFill>
                <a:latin typeface="+mj-lt"/>
                <a:ea typeface="+mj-ea"/>
                <a:cs typeface="+mj-cs"/>
              </a:defRPr>
            </a:lvl1pPr>
          </a:lstStyle>
          <a:p>
            <a:endParaRPr lang="en-CA" sz="3600" dirty="0">
              <a:solidFill>
                <a:srgbClr val="58A200"/>
              </a:solidFill>
            </a:endParaRPr>
          </a:p>
        </p:txBody>
      </p:sp>
      <p:sp>
        <p:nvSpPr>
          <p:cNvPr id="5" name="TextBox 4">
            <a:extLst>
              <a:ext uri="{FF2B5EF4-FFF2-40B4-BE49-F238E27FC236}">
                <a16:creationId xmlns:a16="http://schemas.microsoft.com/office/drawing/2014/main" id="{54101856-53E2-6ABF-FBB0-EC50D151CC10}"/>
              </a:ext>
            </a:extLst>
          </p:cNvPr>
          <p:cNvSpPr txBox="1"/>
          <p:nvPr/>
        </p:nvSpPr>
        <p:spPr>
          <a:xfrm>
            <a:off x="202018" y="2937516"/>
            <a:ext cx="3487479" cy="1569660"/>
          </a:xfrm>
          <a:prstGeom prst="rect">
            <a:avLst/>
          </a:prstGeom>
          <a:noFill/>
        </p:spPr>
        <p:txBody>
          <a:bodyPr wrap="square">
            <a:spAutoFit/>
          </a:bodyPr>
          <a:lstStyle/>
          <a:p>
            <a:r>
              <a:rPr lang="en-US" sz="3200" b="1" dirty="0">
                <a:solidFill>
                  <a:schemeClr val="accent1"/>
                </a:solidFill>
              </a:rPr>
              <a:t>SMART FARM INTELLIGENCE PLATFORM</a:t>
            </a:r>
          </a:p>
        </p:txBody>
      </p:sp>
    </p:spTree>
    <p:extLst>
      <p:ext uri="{BB962C8B-B14F-4D97-AF65-F5344CB8AC3E}">
        <p14:creationId xmlns:p14="http://schemas.microsoft.com/office/powerpoint/2010/main" val="142943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B8291-1188-D584-5B99-13750A7A7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B1F45-DB03-5B93-771C-50A02B05F0D0}"/>
              </a:ext>
            </a:extLst>
          </p:cNvPr>
          <p:cNvSpPr>
            <a:spLocks noGrp="1"/>
          </p:cNvSpPr>
          <p:nvPr>
            <p:ph type="title"/>
          </p:nvPr>
        </p:nvSpPr>
        <p:spPr>
          <a:xfrm>
            <a:off x="523875" y="161925"/>
            <a:ext cx="8229600" cy="639762"/>
          </a:xfrm>
        </p:spPr>
        <p:txBody>
          <a:bodyPr/>
          <a:lstStyle/>
          <a:p>
            <a:r>
              <a:rPr lang="en-IN" b="1" dirty="0"/>
              <a:t>Problem</a:t>
            </a:r>
            <a:r>
              <a:rPr lang="en-IN" sz="2000" b="1" dirty="0"/>
              <a:t> </a:t>
            </a:r>
            <a:r>
              <a:rPr lang="en-IN" b="1" dirty="0"/>
              <a:t>Statement</a:t>
            </a:r>
            <a:endParaRPr lang="en-CA" dirty="0"/>
          </a:p>
        </p:txBody>
      </p:sp>
      <p:sp>
        <p:nvSpPr>
          <p:cNvPr id="3" name="Content Placeholder 2">
            <a:extLst>
              <a:ext uri="{FF2B5EF4-FFF2-40B4-BE49-F238E27FC236}">
                <a16:creationId xmlns:a16="http://schemas.microsoft.com/office/drawing/2014/main" id="{7C14B0BD-25A1-77F8-2EEF-E2F909F37BF4}"/>
              </a:ext>
            </a:extLst>
          </p:cNvPr>
          <p:cNvSpPr>
            <a:spLocks noGrp="1"/>
          </p:cNvSpPr>
          <p:nvPr>
            <p:ph idx="1"/>
          </p:nvPr>
        </p:nvSpPr>
        <p:spPr>
          <a:xfrm>
            <a:off x="-204260" y="1247777"/>
            <a:ext cx="11498793" cy="2257424"/>
          </a:xfrm>
        </p:spPr>
        <p:txBody>
          <a:bodyPr lIns="91440" tIns="45720" rIns="91440" bIns="45720" anchor="t">
            <a:normAutofit lnSpcReduction="10000"/>
          </a:bodyPr>
          <a:lstStyle/>
          <a:p>
            <a:pPr marL="914400" lvl="2" indent="0" algn="just">
              <a:lnSpc>
                <a:spcPct val="150000"/>
              </a:lnSpc>
              <a:buNone/>
            </a:pPr>
            <a:r>
              <a:rPr lang="en-IN" sz="2000" dirty="0"/>
              <a:t>Traditional farming relies mainly on experience instead of data, leading to inefficiency and uncertainty. Farmers struggle with predicting rainfall, managing soil health, and planning crops effectively. Monitoring large farms is difficult without real-time insights. Also, there is no single platform that combines weather, soil, satellite data, and nearby branch location for better decision-making.</a:t>
            </a:r>
          </a:p>
          <a:p>
            <a:pPr marL="914400" lvl="2" indent="0">
              <a:buNone/>
            </a:pPr>
            <a:endParaRPr lang="en-CA" sz="2000" dirty="0">
              <a:cs typeface="Arial"/>
            </a:endParaRPr>
          </a:p>
        </p:txBody>
      </p:sp>
    </p:spTree>
    <p:extLst>
      <p:ext uri="{BB962C8B-B14F-4D97-AF65-F5344CB8AC3E}">
        <p14:creationId xmlns:p14="http://schemas.microsoft.com/office/powerpoint/2010/main" val="2611123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CF908-66BC-00E0-5A45-421362AD1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3300B-F718-7599-B1B7-F55C5B3A4AFF}"/>
              </a:ext>
            </a:extLst>
          </p:cNvPr>
          <p:cNvSpPr>
            <a:spLocks noGrp="1"/>
          </p:cNvSpPr>
          <p:nvPr>
            <p:ph type="title"/>
          </p:nvPr>
        </p:nvSpPr>
        <p:spPr>
          <a:xfrm>
            <a:off x="523875" y="161925"/>
            <a:ext cx="2854325" cy="639762"/>
          </a:xfrm>
        </p:spPr>
        <p:txBody>
          <a:bodyPr/>
          <a:lstStyle/>
          <a:p>
            <a:r>
              <a:rPr lang="en-IN" b="1" dirty="0"/>
              <a:t>Solution</a:t>
            </a:r>
            <a:endParaRPr lang="en-CA" dirty="0"/>
          </a:p>
        </p:txBody>
      </p:sp>
      <p:sp>
        <p:nvSpPr>
          <p:cNvPr id="3" name="Content Placeholder 2">
            <a:extLst>
              <a:ext uri="{FF2B5EF4-FFF2-40B4-BE49-F238E27FC236}">
                <a16:creationId xmlns:a16="http://schemas.microsoft.com/office/drawing/2014/main" id="{CB78A8E3-1DC1-7AAE-91AA-92BF241087E0}"/>
              </a:ext>
            </a:extLst>
          </p:cNvPr>
          <p:cNvSpPr>
            <a:spLocks noGrp="1"/>
          </p:cNvSpPr>
          <p:nvPr>
            <p:ph idx="1"/>
          </p:nvPr>
        </p:nvSpPr>
        <p:spPr>
          <a:xfrm>
            <a:off x="523875" y="1171576"/>
            <a:ext cx="10271125" cy="4463679"/>
          </a:xfrm>
        </p:spPr>
        <p:txBody>
          <a:bodyPr lIns="91440" tIns="45720" rIns="91440" bIns="45720" anchor="t">
            <a:noAutofit/>
          </a:bodyPr>
          <a:lstStyle/>
          <a:p>
            <a:pPr marL="342900" indent="-342900">
              <a:lnSpc>
                <a:spcPct val="170000"/>
              </a:lnSpc>
              <a:buFont typeface="Arial" panose="020B0604020202020204" pitchFamily="34" charset="0"/>
              <a:buChar char="•"/>
            </a:pPr>
            <a:r>
              <a:rPr lang="en-IN" sz="2000" b="1" dirty="0"/>
              <a:t>Unified Smart Farming Platform:</a:t>
            </a:r>
            <a:r>
              <a:rPr lang="en-IN" sz="2000" dirty="0"/>
              <a:t> Integrates weather data, soil analytics, NDVI satellite imagery, and nearby branch information into a single system.</a:t>
            </a:r>
          </a:p>
          <a:p>
            <a:pPr marL="342900" indent="-342900">
              <a:lnSpc>
                <a:spcPct val="170000"/>
              </a:lnSpc>
              <a:buFont typeface="Arial" panose="020B0604020202020204" pitchFamily="34" charset="0"/>
              <a:buChar char="•"/>
            </a:pPr>
            <a:r>
              <a:rPr lang="en-IN" sz="2000" b="1" dirty="0"/>
              <a:t>Real-Time Monitoring &amp; Insights:</a:t>
            </a:r>
            <a:r>
              <a:rPr lang="en-IN" sz="2000" dirty="0"/>
              <a:t> Provides live farm condition monitoring and actionable insights for better field management.</a:t>
            </a:r>
          </a:p>
          <a:p>
            <a:pPr marL="342900" indent="-342900">
              <a:lnSpc>
                <a:spcPct val="170000"/>
              </a:lnSpc>
              <a:buFont typeface="Arial" panose="020B0604020202020204" pitchFamily="34" charset="0"/>
              <a:buChar char="•"/>
            </a:pPr>
            <a:r>
              <a:rPr lang="en-IN" sz="2000" b="1" dirty="0"/>
              <a:t>Predictive Recommendations:</a:t>
            </a:r>
            <a:r>
              <a:rPr lang="en-IN" sz="2000" dirty="0"/>
              <a:t> Suggests optimal crop planning and resource usage strategies to improve yield, reduce waste, and increase profitability.</a:t>
            </a:r>
          </a:p>
        </p:txBody>
      </p:sp>
    </p:spTree>
    <p:extLst>
      <p:ext uri="{BB962C8B-B14F-4D97-AF65-F5344CB8AC3E}">
        <p14:creationId xmlns:p14="http://schemas.microsoft.com/office/powerpoint/2010/main" val="2226884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BE8F0-0EB0-D4B7-2ADA-0AADAECA2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523FA-2AAC-8B45-FBCC-C9AEEC0E1DDD}"/>
              </a:ext>
            </a:extLst>
          </p:cNvPr>
          <p:cNvSpPr>
            <a:spLocks noGrp="1"/>
          </p:cNvSpPr>
          <p:nvPr>
            <p:ph type="title"/>
          </p:nvPr>
        </p:nvSpPr>
        <p:spPr>
          <a:xfrm>
            <a:off x="523875" y="161925"/>
            <a:ext cx="8229600" cy="639762"/>
          </a:xfrm>
        </p:spPr>
        <p:txBody>
          <a:bodyPr/>
          <a:lstStyle/>
          <a:p>
            <a:r>
              <a:rPr lang="en-IN" b="1" dirty="0"/>
              <a:t>Objectives</a:t>
            </a:r>
            <a:endParaRPr lang="en-CA" dirty="0"/>
          </a:p>
        </p:txBody>
      </p:sp>
      <p:sp>
        <p:nvSpPr>
          <p:cNvPr id="3" name="Content Placeholder 2">
            <a:extLst>
              <a:ext uri="{FF2B5EF4-FFF2-40B4-BE49-F238E27FC236}">
                <a16:creationId xmlns:a16="http://schemas.microsoft.com/office/drawing/2014/main" id="{CA647A62-C086-50DD-F28D-3B17D9B2A334}"/>
              </a:ext>
            </a:extLst>
          </p:cNvPr>
          <p:cNvSpPr>
            <a:spLocks noGrp="1"/>
          </p:cNvSpPr>
          <p:nvPr>
            <p:ph idx="1"/>
          </p:nvPr>
        </p:nvSpPr>
        <p:spPr>
          <a:xfrm>
            <a:off x="523875" y="1171576"/>
            <a:ext cx="7181320" cy="2257424"/>
          </a:xfrm>
        </p:spPr>
        <p:txBody>
          <a:bodyPr lIns="91440" tIns="45720" rIns="91440" bIns="45720" anchor="t">
            <a:normAutofit fontScale="92500" lnSpcReduction="20000"/>
          </a:bodyPr>
          <a:lstStyle/>
          <a:p>
            <a:pPr marL="285750" indent="-285750">
              <a:lnSpc>
                <a:spcPct val="160000"/>
              </a:lnSpc>
              <a:buFont typeface="Arial" panose="020B0604020202020204" pitchFamily="34" charset="0"/>
              <a:buChar char="•"/>
            </a:pPr>
            <a:r>
              <a:rPr lang="en-US" sz="2200" dirty="0"/>
              <a:t>Improve crop yield using data insights</a:t>
            </a:r>
          </a:p>
          <a:p>
            <a:pPr marL="285750" indent="-285750">
              <a:lnSpc>
                <a:spcPct val="160000"/>
              </a:lnSpc>
              <a:buFont typeface="Arial" panose="020B0604020202020204" pitchFamily="34" charset="0"/>
              <a:buChar char="•"/>
            </a:pPr>
            <a:r>
              <a:rPr lang="en-US" sz="2200" dirty="0"/>
              <a:t>Reduce risks using predictive alerts</a:t>
            </a:r>
          </a:p>
          <a:p>
            <a:pPr marL="285750" indent="-285750">
              <a:lnSpc>
                <a:spcPct val="160000"/>
              </a:lnSpc>
              <a:buFont typeface="Arial" panose="020B0604020202020204" pitchFamily="34" charset="0"/>
              <a:buChar char="•"/>
            </a:pPr>
            <a:r>
              <a:rPr lang="en-US" sz="2200" dirty="0"/>
              <a:t>Optimize resources(water , fertilizer , cost)</a:t>
            </a:r>
          </a:p>
          <a:p>
            <a:pPr marL="285750" indent="-285750">
              <a:lnSpc>
                <a:spcPct val="160000"/>
              </a:lnSpc>
              <a:buFont typeface="Arial" panose="020B0604020202020204" pitchFamily="34" charset="0"/>
              <a:buChar char="•"/>
            </a:pPr>
            <a:r>
              <a:rPr lang="en-US" sz="2200" dirty="0"/>
              <a:t>Enable large scale farm monitoring</a:t>
            </a:r>
          </a:p>
          <a:p>
            <a:pPr marL="914400" lvl="2" indent="0">
              <a:buNone/>
            </a:pPr>
            <a:endParaRPr lang="en-CA" sz="2000" dirty="0">
              <a:cs typeface="Arial"/>
            </a:endParaRPr>
          </a:p>
        </p:txBody>
      </p:sp>
    </p:spTree>
    <p:extLst>
      <p:ext uri="{BB962C8B-B14F-4D97-AF65-F5344CB8AC3E}">
        <p14:creationId xmlns:p14="http://schemas.microsoft.com/office/powerpoint/2010/main" val="263650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53721-C6A6-9E4D-7A03-C324C3F96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FD2CD-DE4E-7671-B366-62536077176D}"/>
              </a:ext>
            </a:extLst>
          </p:cNvPr>
          <p:cNvSpPr>
            <a:spLocks noGrp="1"/>
          </p:cNvSpPr>
          <p:nvPr>
            <p:ph type="title"/>
          </p:nvPr>
        </p:nvSpPr>
        <p:spPr>
          <a:xfrm>
            <a:off x="523875" y="161925"/>
            <a:ext cx="8229600" cy="639762"/>
          </a:xfrm>
        </p:spPr>
        <p:txBody>
          <a:bodyPr>
            <a:normAutofit/>
          </a:bodyPr>
          <a:lstStyle/>
          <a:p>
            <a:r>
              <a:rPr lang="en-IN" b="1" dirty="0"/>
              <a:t>Tech Stack</a:t>
            </a:r>
            <a:endParaRPr lang="en-CA" dirty="0"/>
          </a:p>
        </p:txBody>
      </p:sp>
      <p:sp>
        <p:nvSpPr>
          <p:cNvPr id="3" name="Content Placeholder 2">
            <a:extLst>
              <a:ext uri="{FF2B5EF4-FFF2-40B4-BE49-F238E27FC236}">
                <a16:creationId xmlns:a16="http://schemas.microsoft.com/office/drawing/2014/main" id="{DAB2A0A4-CD05-0B27-D591-10A8C5EF44BF}"/>
              </a:ext>
            </a:extLst>
          </p:cNvPr>
          <p:cNvSpPr>
            <a:spLocks noGrp="1"/>
          </p:cNvSpPr>
          <p:nvPr>
            <p:ph idx="1"/>
          </p:nvPr>
        </p:nvSpPr>
        <p:spPr>
          <a:xfrm>
            <a:off x="523875" y="1171576"/>
            <a:ext cx="4950452" cy="2257424"/>
          </a:xfrm>
        </p:spPr>
        <p:txBody>
          <a:bodyPr lIns="91440" tIns="45720" rIns="91440" bIns="45720" anchor="t">
            <a:normAutofit fontScale="92500" lnSpcReduction="20000"/>
          </a:bodyPr>
          <a:lstStyle/>
          <a:p>
            <a:pPr marL="342900" indent="-342900">
              <a:lnSpc>
                <a:spcPct val="160000"/>
              </a:lnSpc>
              <a:buFont typeface="Arial" panose="020B0604020202020204" pitchFamily="34" charset="0"/>
              <a:buChar char="•"/>
            </a:pPr>
            <a:r>
              <a:rPr lang="en-IN" sz="2200" dirty="0"/>
              <a:t>Node.js + </a:t>
            </a:r>
            <a:r>
              <a:rPr lang="en-IN" sz="2200" dirty="0" err="1"/>
              <a:t>Express.js</a:t>
            </a:r>
            <a:endParaRPr lang="en-IN" sz="2200" dirty="0"/>
          </a:p>
          <a:p>
            <a:pPr marL="342900" indent="-342900">
              <a:lnSpc>
                <a:spcPct val="160000"/>
              </a:lnSpc>
              <a:buFont typeface="Arial" panose="020B0604020202020204" pitchFamily="34" charset="0"/>
              <a:buChar char="•"/>
            </a:pPr>
            <a:r>
              <a:rPr lang="en-IN" sz="2200" dirty="0"/>
              <a:t>Typescript(Strict Mode)</a:t>
            </a:r>
          </a:p>
          <a:p>
            <a:pPr marL="342900" indent="-342900">
              <a:lnSpc>
                <a:spcPct val="160000"/>
              </a:lnSpc>
              <a:buFont typeface="Arial" panose="020B0604020202020204" pitchFamily="34" charset="0"/>
              <a:buChar char="•"/>
            </a:pPr>
            <a:r>
              <a:rPr lang="en-IN" sz="2200" dirty="0"/>
              <a:t>PostgreSQL + </a:t>
            </a:r>
            <a:r>
              <a:rPr lang="en-IN" sz="2200" dirty="0" err="1"/>
              <a:t>PostGIS</a:t>
            </a:r>
            <a:r>
              <a:rPr lang="en-IN" sz="2200" dirty="0"/>
              <a:t> Raw SQL</a:t>
            </a:r>
          </a:p>
          <a:p>
            <a:pPr marL="342900" indent="-342900">
              <a:lnSpc>
                <a:spcPct val="160000"/>
              </a:lnSpc>
              <a:buFont typeface="Arial" panose="020B0604020202020204" pitchFamily="34" charset="0"/>
              <a:buChar char="•"/>
            </a:pPr>
            <a:r>
              <a:rPr lang="en-IN" sz="2200" dirty="0"/>
              <a:t>Testing:  Jest + </a:t>
            </a:r>
            <a:r>
              <a:rPr lang="en-IN" sz="2200" dirty="0" err="1"/>
              <a:t>Supertest</a:t>
            </a:r>
            <a:endParaRPr lang="en-IN" sz="2200" dirty="0"/>
          </a:p>
          <a:p>
            <a:pPr marL="914400" lvl="2" indent="0">
              <a:buNone/>
            </a:pPr>
            <a:endParaRPr lang="en-CA" sz="2000" dirty="0">
              <a:cs typeface="Arial"/>
            </a:endParaRPr>
          </a:p>
        </p:txBody>
      </p:sp>
      <p:sp>
        <p:nvSpPr>
          <p:cNvPr id="4" name="TextBox 3">
            <a:extLst>
              <a:ext uri="{FF2B5EF4-FFF2-40B4-BE49-F238E27FC236}">
                <a16:creationId xmlns:a16="http://schemas.microsoft.com/office/drawing/2014/main" id="{6D59A99C-7026-8977-C59E-7409D12C506F}"/>
              </a:ext>
            </a:extLst>
          </p:cNvPr>
          <p:cNvSpPr txBox="1"/>
          <p:nvPr/>
        </p:nvSpPr>
        <p:spPr>
          <a:xfrm>
            <a:off x="6717675" y="1171576"/>
            <a:ext cx="6113721"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React(Vite) + TypeScript</a:t>
            </a:r>
          </a:p>
          <a:p>
            <a:pPr marL="285750" indent="-285750">
              <a:lnSpc>
                <a:spcPct val="150000"/>
              </a:lnSpc>
              <a:buFont typeface="Arial" panose="020B0604020202020204" pitchFamily="34" charset="0"/>
              <a:buChar char="•"/>
            </a:pPr>
            <a:r>
              <a:rPr lang="en-US" sz="2000" dirty="0"/>
              <a:t>Tailwind CSS </a:t>
            </a:r>
          </a:p>
          <a:p>
            <a:pPr marL="285750" indent="-285750">
              <a:lnSpc>
                <a:spcPct val="150000"/>
              </a:lnSpc>
              <a:buFont typeface="Arial" panose="020B0604020202020204" pitchFamily="34" charset="0"/>
              <a:buChar char="•"/>
            </a:pPr>
            <a:r>
              <a:rPr lang="en-US" sz="2000" dirty="0"/>
              <a:t>Leaflet(Geo Mapping)</a:t>
            </a:r>
          </a:p>
          <a:p>
            <a:endParaRPr lang="en-US" dirty="0"/>
          </a:p>
        </p:txBody>
      </p:sp>
    </p:spTree>
    <p:extLst>
      <p:ext uri="{BB962C8B-B14F-4D97-AF65-F5344CB8AC3E}">
        <p14:creationId xmlns:p14="http://schemas.microsoft.com/office/powerpoint/2010/main" val="2329143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8943B7D-162A-D577-E330-0889FD42E38A}"/>
              </a:ext>
            </a:extLst>
          </p:cNvPr>
          <p:cNvSpPr txBox="1"/>
          <p:nvPr/>
        </p:nvSpPr>
        <p:spPr>
          <a:xfrm>
            <a:off x="280737" y="246647"/>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000" b="1" dirty="0">
                <a:solidFill>
                  <a:schemeClr val="bg1"/>
                </a:solidFill>
              </a:rPr>
              <a:t>External API’s</a:t>
            </a:r>
            <a:endParaRPr lang="en-US" sz="3000" dirty="0">
              <a:solidFill>
                <a:schemeClr val="bg1"/>
              </a:solidFill>
            </a:endParaRPr>
          </a:p>
        </p:txBody>
      </p:sp>
      <p:sp>
        <p:nvSpPr>
          <p:cNvPr id="8" name="Content Placeholder 2">
            <a:extLst>
              <a:ext uri="{FF2B5EF4-FFF2-40B4-BE49-F238E27FC236}">
                <a16:creationId xmlns:a16="http://schemas.microsoft.com/office/drawing/2014/main" id="{BB6E1383-C005-3976-2DF3-A9571A4BDC14}"/>
              </a:ext>
            </a:extLst>
          </p:cNvPr>
          <p:cNvSpPr>
            <a:spLocks noGrp="1"/>
          </p:cNvSpPr>
          <p:nvPr>
            <p:ph idx="1"/>
          </p:nvPr>
        </p:nvSpPr>
        <p:spPr>
          <a:xfrm>
            <a:off x="280737" y="1153007"/>
            <a:ext cx="6096000" cy="2513059"/>
          </a:xfrm>
        </p:spPr>
        <p:txBody>
          <a:bodyPr lIns="91440" tIns="45720" rIns="91440" bIns="45720" anchor="t">
            <a:normAutofit/>
          </a:bodyPr>
          <a:lstStyle/>
          <a:p>
            <a:pPr marL="285750" indent="-285750">
              <a:lnSpc>
                <a:spcPct val="150000"/>
              </a:lnSpc>
              <a:buFont typeface="Arial" panose="020B0604020202020204" pitchFamily="34" charset="0"/>
              <a:buChar char="•"/>
            </a:pPr>
            <a:r>
              <a:rPr lang="en-US" sz="2000" dirty="0" err="1"/>
              <a:t>OpenWeather</a:t>
            </a:r>
            <a:r>
              <a:rPr lang="en-US" sz="2000" dirty="0"/>
              <a:t> API  </a:t>
            </a:r>
            <a:r>
              <a:rPr lang="en-US" sz="2000" dirty="0">
                <a:sym typeface="Wingdings" pitchFamily="2" charset="2"/>
              </a:rPr>
              <a:t> Weather Data</a:t>
            </a:r>
          </a:p>
          <a:p>
            <a:pPr marL="285750" indent="-285750">
              <a:lnSpc>
                <a:spcPct val="150000"/>
              </a:lnSpc>
              <a:buFont typeface="Arial" panose="020B0604020202020204" pitchFamily="34" charset="0"/>
              <a:buChar char="•"/>
            </a:pPr>
            <a:r>
              <a:rPr lang="en-US" sz="2000" dirty="0" err="1">
                <a:sym typeface="Wingdings" pitchFamily="2" charset="2"/>
              </a:rPr>
              <a:t>SoilGrids</a:t>
            </a:r>
            <a:r>
              <a:rPr lang="en-US" sz="2000" dirty="0">
                <a:sym typeface="Wingdings" pitchFamily="2" charset="2"/>
              </a:rPr>
              <a:t> API  Soil Data</a:t>
            </a:r>
          </a:p>
          <a:p>
            <a:pPr marL="285750" indent="-285750">
              <a:lnSpc>
                <a:spcPct val="150000"/>
              </a:lnSpc>
              <a:buFont typeface="Arial" panose="020B0604020202020204" pitchFamily="34" charset="0"/>
              <a:buChar char="•"/>
            </a:pPr>
            <a:r>
              <a:rPr lang="en-US" sz="2000" dirty="0">
                <a:sym typeface="Wingdings" pitchFamily="2" charset="2"/>
              </a:rPr>
              <a:t>NASA POWER Climate and ET data</a:t>
            </a:r>
          </a:p>
          <a:p>
            <a:pPr marL="285750" indent="-285750">
              <a:lnSpc>
                <a:spcPct val="150000"/>
              </a:lnSpc>
              <a:buFont typeface="Arial" panose="020B0604020202020204" pitchFamily="34" charset="0"/>
              <a:buChar char="•"/>
            </a:pPr>
            <a:r>
              <a:rPr lang="en-US" sz="2000" dirty="0">
                <a:sym typeface="Wingdings" pitchFamily="2" charset="2"/>
              </a:rPr>
              <a:t>Sentinel Hub  NDVI Imaginary</a:t>
            </a:r>
            <a:endParaRPr lang="en-US" sz="2000" dirty="0"/>
          </a:p>
        </p:txBody>
      </p:sp>
    </p:spTree>
    <p:extLst>
      <p:ext uri="{BB962C8B-B14F-4D97-AF65-F5344CB8AC3E}">
        <p14:creationId xmlns:p14="http://schemas.microsoft.com/office/powerpoint/2010/main" val="1504429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C177-6CCE-AD44-33F0-2DD3A4443DE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68C8FED-6120-19E8-F67A-821D03BAA059}"/>
              </a:ext>
            </a:extLst>
          </p:cNvPr>
          <p:cNvSpPr txBox="1"/>
          <p:nvPr/>
        </p:nvSpPr>
        <p:spPr>
          <a:xfrm>
            <a:off x="280737" y="170447"/>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000" b="1" dirty="0">
                <a:solidFill>
                  <a:schemeClr val="bg1"/>
                </a:solidFill>
              </a:rPr>
              <a:t>Benefits</a:t>
            </a:r>
            <a:endParaRPr lang="en-US" sz="3000" dirty="0">
              <a:solidFill>
                <a:schemeClr val="bg1"/>
              </a:solidFill>
            </a:endParaRPr>
          </a:p>
        </p:txBody>
      </p:sp>
      <p:sp>
        <p:nvSpPr>
          <p:cNvPr id="8" name="Content Placeholder 2">
            <a:extLst>
              <a:ext uri="{FF2B5EF4-FFF2-40B4-BE49-F238E27FC236}">
                <a16:creationId xmlns:a16="http://schemas.microsoft.com/office/drawing/2014/main" id="{8E2833CD-B638-72D5-A119-D97CF5F14171}"/>
              </a:ext>
            </a:extLst>
          </p:cNvPr>
          <p:cNvSpPr>
            <a:spLocks noGrp="1"/>
          </p:cNvSpPr>
          <p:nvPr>
            <p:ph idx="1"/>
          </p:nvPr>
        </p:nvSpPr>
        <p:spPr>
          <a:xfrm>
            <a:off x="280737" y="1136075"/>
            <a:ext cx="6096000" cy="2546926"/>
          </a:xfrm>
        </p:spPr>
        <p:txBody>
          <a:bodyPr lIns="91440" tIns="45720" rIns="91440" bIns="45720" anchor="t">
            <a:normAutofit/>
          </a:bodyPr>
          <a:lstStyle/>
          <a:p>
            <a:pPr marL="285750" indent="-285750">
              <a:lnSpc>
                <a:spcPct val="150000"/>
              </a:lnSpc>
              <a:buFont typeface="Arial" panose="020B0604020202020204" pitchFamily="34" charset="0"/>
              <a:buChar char="•"/>
            </a:pPr>
            <a:r>
              <a:rPr lang="en-US" sz="2000" dirty="0"/>
              <a:t>Increase crop productivity</a:t>
            </a:r>
          </a:p>
          <a:p>
            <a:pPr marL="285750" indent="-285750">
              <a:lnSpc>
                <a:spcPct val="150000"/>
              </a:lnSpc>
              <a:buFont typeface="Arial" panose="020B0604020202020204" pitchFamily="34" charset="0"/>
              <a:buChar char="•"/>
            </a:pPr>
            <a:r>
              <a:rPr lang="en-US" sz="2000" dirty="0"/>
              <a:t>Reduced operational cost</a:t>
            </a:r>
          </a:p>
          <a:p>
            <a:pPr marL="285750" indent="-285750">
              <a:lnSpc>
                <a:spcPct val="150000"/>
              </a:lnSpc>
              <a:buFont typeface="Arial" panose="020B0604020202020204" pitchFamily="34" charset="0"/>
              <a:buChar char="•"/>
            </a:pPr>
            <a:r>
              <a:rPr lang="en-US" sz="2000" dirty="0"/>
              <a:t>Early disease/pest detection</a:t>
            </a:r>
          </a:p>
          <a:p>
            <a:pPr marL="285750" indent="-285750">
              <a:lnSpc>
                <a:spcPct val="150000"/>
              </a:lnSpc>
              <a:buFont typeface="Arial" panose="020B0604020202020204" pitchFamily="34" charset="0"/>
              <a:buChar char="•"/>
            </a:pPr>
            <a:r>
              <a:rPr lang="en-US" sz="2000" dirty="0"/>
              <a:t>Data driven farming decisions</a:t>
            </a:r>
            <a:endParaRPr lang="en-US" sz="1800" dirty="0"/>
          </a:p>
        </p:txBody>
      </p:sp>
    </p:spTree>
    <p:extLst>
      <p:ext uri="{BB962C8B-B14F-4D97-AF65-F5344CB8AC3E}">
        <p14:creationId xmlns:p14="http://schemas.microsoft.com/office/powerpoint/2010/main" val="2404297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356AD2-5567-41D1-D6F3-A9FB27BB95C7}"/>
              </a:ext>
            </a:extLst>
          </p:cNvPr>
          <p:cNvSpPr>
            <a:spLocks noGrp="1"/>
          </p:cNvSpPr>
          <p:nvPr>
            <p:ph type="sldNum" sz="quarter" idx="4294967295"/>
          </p:nvPr>
        </p:nvSpPr>
        <p:spPr>
          <a:xfrm>
            <a:off x="7999312" y="1641307"/>
            <a:ext cx="3163988" cy="1073317"/>
          </a:xfrm>
          <a:prstGeom prst="rect">
            <a:avLst/>
          </a:prstGeom>
          <a:ln>
            <a:solidFill>
              <a:schemeClr val="accent1"/>
            </a:solidFill>
          </a:ln>
        </p:spPr>
        <p:txBody>
          <a:bodyPr/>
          <a:lstStyle/>
          <a:p>
            <a:r>
              <a:rPr lang="en-US" sz="4800">
                <a:solidFill>
                  <a:srgbClr val="7BCA00"/>
                </a:solidFill>
              </a:rPr>
              <a:t>Thank You</a:t>
            </a:r>
          </a:p>
        </p:txBody>
      </p:sp>
    </p:spTree>
    <p:extLst>
      <p:ext uri="{BB962C8B-B14F-4D97-AF65-F5344CB8AC3E}">
        <p14:creationId xmlns:p14="http://schemas.microsoft.com/office/powerpoint/2010/main" val="366338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utrien">
  <a:themeElements>
    <a:clrScheme name="Nutrien">
      <a:dk1>
        <a:srgbClr val="000000"/>
      </a:dk1>
      <a:lt1>
        <a:srgbClr val="FFFFFF"/>
      </a:lt1>
      <a:dk2>
        <a:srgbClr val="86D500"/>
      </a:dk2>
      <a:lt2>
        <a:srgbClr val="F1F0F2"/>
      </a:lt2>
      <a:accent1>
        <a:srgbClr val="509D2F"/>
      </a:accent1>
      <a:accent2>
        <a:srgbClr val="B8EDE2"/>
      </a:accent2>
      <a:accent3>
        <a:srgbClr val="465F70"/>
      </a:accent3>
      <a:accent4>
        <a:srgbClr val="FFBD5F"/>
      </a:accent4>
      <a:accent5>
        <a:srgbClr val="482B17"/>
      </a:accent5>
      <a:accent6>
        <a:srgbClr val="82858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mtent Option 3">
  <a:themeElements>
    <a:clrScheme name="NUTRIEN PALETTE">
      <a:dk1>
        <a:srgbClr val="000000"/>
      </a:dk1>
      <a:lt1>
        <a:srgbClr val="FFFFFF"/>
      </a:lt1>
      <a:dk2>
        <a:srgbClr val="86D500"/>
      </a:dk2>
      <a:lt2>
        <a:srgbClr val="F1F0F2"/>
      </a:lt2>
      <a:accent1>
        <a:srgbClr val="509D2F"/>
      </a:accent1>
      <a:accent2>
        <a:srgbClr val="B8EDE2"/>
      </a:accent2>
      <a:accent3>
        <a:srgbClr val="465F70"/>
      </a:accent3>
      <a:accent4>
        <a:srgbClr val="FFBD5F"/>
      </a:accent4>
      <a:accent5>
        <a:srgbClr val="482B17"/>
      </a:accent5>
      <a:accent6>
        <a:srgbClr val="82858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2"/>
            </a:gs>
            <a:gs pos="87000">
              <a:schemeClr val="accent1"/>
            </a:gs>
          </a:gsLst>
          <a:lin ang="13500000" scaled="1"/>
          <a:tileRect/>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8853371b-96ee-4fdb-91db-3d289335abd6">RRUE2MU2DHAN-441839837-418</_dlc_DocId>
    <_dlc_DocIdUrl xmlns="8853371b-96ee-4fdb-91db-3d289335abd6">
      <Url>https://ui.sharepoint.com/sites/DigitalRetailNA/_layouts/15/DocIdRedir.aspx?ID=RRUE2MU2DHAN-441839837-418</Url>
      <Description>RRUE2MU2DHAN-441839837-418</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D79A87FB5BE94B429B10F33BC5C00C7D" ma:contentTypeVersion="7" ma:contentTypeDescription="Create a new document." ma:contentTypeScope="" ma:versionID="672d9aab95123f289fe00b3385685f1c">
  <xsd:schema xmlns:xsd="http://www.w3.org/2001/XMLSchema" xmlns:xs="http://www.w3.org/2001/XMLSchema" xmlns:p="http://schemas.microsoft.com/office/2006/metadata/properties" xmlns:ns2="88198d6e-f8c1-49f7-bb0e-c5b5c8e36ab9" xmlns:ns3="8853371b-96ee-4fdb-91db-3d289335abd6" targetNamespace="http://schemas.microsoft.com/office/2006/metadata/properties" ma:root="true" ma:fieldsID="d87fbd81e48aecda13674c4b6795479f" ns2:_="" ns3:_="">
    <xsd:import namespace="88198d6e-f8c1-49f7-bb0e-c5b5c8e36ab9"/>
    <xsd:import namespace="8853371b-96ee-4fdb-91db-3d289335ab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198d6e-f8c1-49f7-bb0e-c5b5c8e36a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53371b-96ee-4fdb-91db-3d289335abd6" elementFormDefault="qualified">
    <xsd:import namespace="http://schemas.microsoft.com/office/2006/documentManagement/types"/>
    <xsd:import namespace="http://schemas.microsoft.com/office/infopath/2007/PartnerControls"/>
    <xsd:element name="_dlc_DocId" ma:index="15" nillable="true" ma:displayName="Document ID Value" ma:description="The value of the document ID assigned to this item." ma:indexed="true" ma:internalName="_dlc_DocId" ma:readOnly="true">
      <xsd:simpleType>
        <xsd:restriction base="dms:Text"/>
      </xsd:simpleType>
    </xsd:element>
    <xsd:element name="_dlc_DocIdUrl" ma:index="16"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7"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1E3C75-2F36-4CD4-88BC-2A528EB4E095}">
  <ds:schemaRefs>
    <ds:schemaRef ds:uri="146bccba-3a61-4d67-86c1-3bb95326835f"/>
    <ds:schemaRef ds:uri="8853371b-96ee-4fdb-91db-3d289335abd6"/>
    <ds:schemaRef ds:uri="fc9e5fd6-80e3-487c-be00-179ea84c1e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3E78DD6-9EAC-402C-966C-A3A1DF463727}">
  <ds:schemaRefs>
    <ds:schemaRef ds:uri="http://schemas.microsoft.com/sharepoint/events"/>
  </ds:schemaRefs>
</ds:datastoreItem>
</file>

<file path=customXml/itemProps3.xml><?xml version="1.0" encoding="utf-8"?>
<ds:datastoreItem xmlns:ds="http://schemas.openxmlformats.org/officeDocument/2006/customXml" ds:itemID="{233A248A-1997-4B39-BA76-96CBB1E48740}">
  <ds:schemaRefs>
    <ds:schemaRef ds:uri="http://schemas.microsoft.com/sharepoint/v3/contenttype/forms"/>
  </ds:schemaRefs>
</ds:datastoreItem>
</file>

<file path=customXml/itemProps4.xml><?xml version="1.0" encoding="utf-8"?>
<ds:datastoreItem xmlns:ds="http://schemas.openxmlformats.org/officeDocument/2006/customXml" ds:itemID="{9F35B21D-3FD1-4C29-B87A-F783CF63010E}">
  <ds:schemaRefs>
    <ds:schemaRef ds:uri="88198d6e-f8c1-49f7-bb0e-c5b5c8e36ab9"/>
    <ds:schemaRef ds:uri="8853371b-96ee-4fdb-91db-3d289335ab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d98c8e4-5f12-4730-ba60-b1ea8cc3db61}" enabled="1" method="Privileged" siteId="{5e0b361b-59ed-466e-8759-030448046197}" removed="0"/>
</clbl:labelList>
</file>

<file path=docProps/app.xml><?xml version="1.0" encoding="utf-8"?>
<Properties xmlns="http://schemas.openxmlformats.org/officeDocument/2006/extended-properties" xmlns:vt="http://schemas.openxmlformats.org/officeDocument/2006/docPropsVTypes">
  <Template/>
  <TotalTime>216</TotalTime>
  <Words>398</Words>
  <Application>Microsoft Macintosh PowerPoint</Application>
  <PresentationFormat>Widescreen</PresentationFormat>
  <Paragraphs>36</Paragraphs>
  <Slides>8</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.AppleSystemUIFont</vt:lpstr>
      <vt:lpstr>Arial</vt:lpstr>
      <vt:lpstr>Calibri</vt:lpstr>
      <vt:lpstr>Cambria</vt:lpstr>
      <vt:lpstr>Wingdings</vt:lpstr>
      <vt:lpstr>Nutrien</vt:lpstr>
      <vt:lpstr>Comtent Option 3</vt:lpstr>
      <vt:lpstr>PowerPoint Presentation</vt:lpstr>
      <vt:lpstr>Problem Statement</vt:lpstr>
      <vt:lpstr>Solution</vt:lpstr>
      <vt:lpstr>Objectives</vt:lpstr>
      <vt:lpstr>Tech Stack</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Lokesh Guttapalem</dc:creator>
  <cp:lastModifiedBy>Aryan Tyagi</cp:lastModifiedBy>
  <cp:revision>26</cp:revision>
  <dcterms:created xsi:type="dcterms:W3CDTF">2021-08-04T16:37:10Z</dcterms:created>
  <dcterms:modified xsi:type="dcterms:W3CDTF">2026-07-15T10:26:31Z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0x010100D79A87FB5BE94B429B10F33BC5C00C7D</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Order">
    <vt:r8>17800</vt:r8>
  </property>
  <property fmtid="{D5CDD505-2E9C-101B-9397-08002B2CF9AE}" pid="10" name="MediaServiceImageTags">
    <vt:lpwstr/>
  </property>
  <property fmtid="{D5CDD505-2E9C-101B-9397-08002B2CF9AE}" pid="11" name="_SourceUrl">
    <vt:lpwstr/>
  </property>
  <property fmtid="{D5CDD505-2E9C-101B-9397-08002B2CF9AE}" pid="12" name="_SharedFileIndex">
    <vt:lpwstr/>
  </property>
  <property fmtid="{D5CDD505-2E9C-101B-9397-08002B2CF9AE}" pid="13" name="_activity">
    <vt:lpwstr>{"FileActivityType":"9","FileActivityTimeStamp":"2026-02-03T17:31:26.473Z","FileActivityUsersOnPage":[{"DisplayName":"Tessa Shahid","Id":"tessa.shahid@nutrien.com"},{"DisplayName":"Emily Oskay","Id":"emily.gerrick@nutrien.com"},{"DisplayName":"Michael Seusy","Id":"michael.seusy@nutrien.com"},{"DisplayName":"Mark Hoekstra","Id":"mark.hoekstra@nutrien.com"},{"DisplayName":"Sunil Bulusu","Id":"sunil.bulusu@nutrien.com"},{"DisplayName":"Sandeep Singhatia","Id":"sandeep.singhatia@nutrien.com"},{"DisplayName":"Patrick Sanders","Id":"patrick.sanders@nutrien.com"},{"DisplayName":"Patrick Walsh","Id":"patrick.walsh@nutrien.com"}],"FileActivityNavigationId":null}</vt:lpwstr>
  </property>
  <property fmtid="{D5CDD505-2E9C-101B-9397-08002B2CF9AE}" pid="14" name="_dlc_DocIdItemGuid">
    <vt:lpwstr>1ab2c895-a83b-4724-84ab-d26dd330bd93</vt:lpwstr>
  </property>
</Properties>
</file>